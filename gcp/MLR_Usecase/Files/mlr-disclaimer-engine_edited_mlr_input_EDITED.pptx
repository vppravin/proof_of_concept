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Medical device</a:t>
            </a:r>
            <a:br/>
            <a:r>
              <a:t>Vascular Access System</a:t>
            </a:r>
            <a:br/>
            <a:r>
              <a:t>AP123 V1.0</a:t>
            </a:r>
            <a:br/>
          </a:p>
        </p:txBody>
      </p:sp>
      <p:sp>
        <p:nvSpPr>
          <p:cNvPr id="3" name="TextBox 2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i="1"/>
            </a:pPr>
            <a:r>
              <a:t>© Company 2025 A&amp;P – Document Name – Revision Geography of use Rx ONLY This information is solely intended for healthcare professionals.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High Performance</a:t>
            </a:r>
            <a:br/>
            <a:r>
              <a:t>•Designed for unparalleled support, </a:t>
            </a:r>
            <a:br/>
            <a:r>
              <a:t>balanced with flexibility based on its unique </a:t>
            </a:r>
            <a:br/>
            <a:r>
              <a:t>LCT design</a:t>
            </a:r>
            <a:br/>
            <a:r>
              <a:t>Procedural Flexibility</a:t>
            </a:r>
            <a:br/>
            <a:r>
              <a:t>•New levels of procedural efficiencies due to </a:t>
            </a:r>
            <a:br/>
            <a:r>
              <a:t>a unique ID/OD ratio</a:t>
            </a:r>
            <a:br/>
            <a:r>
              <a:t>•Large bore ID (.087”) accommodates .072” </a:t>
            </a:r>
            <a:br/>
            <a:r>
              <a:t>aspiration catheters</a:t>
            </a:r>
            <a:br/>
            <a:r>
              <a:t>Maximized Control</a:t>
            </a:r>
            <a:br/>
            <a:r>
              <a:t>•Confident transmission accuracy  from tip </a:t>
            </a:r>
            <a:br/>
            <a:r>
              <a:t>to tail</a:t>
            </a:r>
            <a:br/>
            <a:r>
              <a:t>MKT -02904Vascular Access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i="1"/>
            </a:pPr>
            <a:r>
              <a:t>Tests performed by and data on file at Company . | © Company 2025 A&amp;P – Document Name – Revision Geography of use Rx ONLY This information is solely intended for healthcare professionals.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/>
            </a:pPr>
            <a:r>
              <a:t>The text should be 'Tests performed by and data on file at Company .' (remove 'Disclaimer - ' prefix and replace 'company name' with 'Company .')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i="1"/>
            </a:pPr>
            <a:r>
              <a:t>© Company 2025 A&amp;P – Document Name – Revision Geography of use Rx ONLY This information is solely intended for healthcare professionals.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A vascular access system that provides unparallel </a:t>
            </a:r>
            <a:br/>
            <a:r>
              <a:t>support.</a:t>
            </a:r>
            <a:br/>
            <a:r>
              <a:t>MKT -02904</a:t>
            </a:r>
            <a:br/>
          </a:p>
        </p:txBody>
      </p:sp>
      <p:sp>
        <p:nvSpPr>
          <p:cNvPr id="3" name="TextBox 2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i="1"/>
            </a:pPr>
            <a:r>
              <a:t>Tests performed by and data on file at Company . | © Company 2025 A&amp;P – Document Name – Revision Geography of use Rx ONLY This information is solely intended for healthcare professionals.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Our patented technology places full unparalleled control in the palm of your hand. The first -of-its-kind </a:t>
            </a:r>
            <a:br/>
            <a:r>
              <a:t>design allows operators to seamlessly adapt the catheter to strike the ideal balance between trackability </a:t>
            </a:r>
            <a:br/>
            <a:r>
              <a:t>and support on demand as it navigates through complex neurovascular anatomy.</a:t>
            </a:r>
            <a:br/>
            <a:r>
              <a:t>More trackable</a:t>
            </a:r>
            <a:br/>
            <a:r>
              <a:t>More control</a:t>
            </a:r>
            <a:br/>
            <a:r>
              <a:t>More deliverable</a:t>
            </a:r>
            <a:br/>
            <a:r>
              <a:t>Better navigability</a:t>
            </a:r>
            <a:br/>
            <a:r>
              <a:t>Stronger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i="1"/>
            </a:pPr>
            <a:r>
              <a:t>Tests performed by and data on file at Company . | © Company 2025 A&amp;P – Document Name – Revision Geography of use Rx ONLY This information is solely intended for healthcare professionals.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/>
            </a:pPr>
            <a:r>
              <a:t>The text should be 'CAUTION: Investigational device. Limited by Federal (or United States) law to investigational use.'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i="1"/>
            </a:pPr>
            <a:r>
              <a:t>Currently in development. Not available for sale or distribution. | © Company 2025 A&amp;P – Document Name – Revision Geography of use Rx ONLY This information is solely intended for healthcare professionals.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Powerful. Reliable. Efficient.</a:t>
            </a:r>
            <a:br/>
            <a:r>
              <a:t>We create bold solutions to challenge AFib. Y ou rely on technology bold enough not to compromise between </a:t>
            </a:r>
            <a:br/>
            <a:r>
              <a:t>efficiency and accuracy. With this technology that boldly redefines the EP Lab, you can elevate your practice </a:t>
            </a:r>
            <a:br/>
            <a:r>
              <a:t>and meet today’s challenges.</a:t>
            </a:r>
            <a:br/>
            <a:r>
              <a:t>Designed to revolutionize high -density cardiac mapping, our NEW investigational EP System and T echnology.</a:t>
            </a:r>
            <a:br/>
            <a:r>
              <a:t>Our product is a next generation device currently pending 510(k) clearance*.</a:t>
            </a:r>
            <a:br/>
            <a:r>
              <a:t>Product has an approved IDE, investigational device exemption </a:t>
            </a:r>
            <a:br/>
            <a:r>
              <a:t>Our investigational device gained IDE approval from the FDA and is currently enrolling patients 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Clinical case cines / radiological images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