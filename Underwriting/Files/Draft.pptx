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Ogclw5qd24eNklDP/sn1/Rz5s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37d41a6e0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37d41a6e0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e37d41a6e0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over (Cyan)">
  <p:cSld name="5_Cover (Cyan)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erson's hands&#10;&#10;Description automatically generated" id="16" name="Google Shape;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3" y="0"/>
            <a:ext cx="1218895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731520" y="6016815"/>
            <a:ext cx="5385816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 sz="14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2"/>
          <p:cNvSpPr/>
          <p:nvPr/>
        </p:nvSpPr>
        <p:spPr>
          <a:xfrm>
            <a:off x="10052549" y="1007177"/>
            <a:ext cx="1467918" cy="171174"/>
          </a:xfrm>
          <a:custGeom>
            <a:rect b="b" l="l" r="r" t="t"/>
            <a:pathLst>
              <a:path extrusionOk="0" h="185581" w="1591464">
                <a:moveTo>
                  <a:pt x="70" y="8650"/>
                </a:moveTo>
                <a:lnTo>
                  <a:pt x="98505" y="8650"/>
                </a:lnTo>
                <a:lnTo>
                  <a:pt x="98505" y="34268"/>
                </a:lnTo>
                <a:lnTo>
                  <a:pt x="31934" y="34268"/>
                </a:lnTo>
                <a:lnTo>
                  <a:pt x="31934" y="63869"/>
                </a:lnTo>
                <a:lnTo>
                  <a:pt x="95091" y="63869"/>
                </a:lnTo>
                <a:lnTo>
                  <a:pt x="95091" y="88917"/>
                </a:lnTo>
                <a:lnTo>
                  <a:pt x="31934" y="88917"/>
                </a:lnTo>
                <a:lnTo>
                  <a:pt x="31934" y="122504"/>
                </a:lnTo>
                <a:lnTo>
                  <a:pt x="100781" y="122504"/>
                </a:lnTo>
                <a:lnTo>
                  <a:pt x="100781" y="148121"/>
                </a:lnTo>
                <a:lnTo>
                  <a:pt x="639" y="148121"/>
                </a:lnTo>
                <a:lnTo>
                  <a:pt x="639" y="8650"/>
                </a:lnTo>
                <a:close/>
                <a:moveTo>
                  <a:pt x="123541" y="46791"/>
                </a:moveTo>
                <a:lnTo>
                  <a:pt x="153128" y="46791"/>
                </a:lnTo>
                <a:lnTo>
                  <a:pt x="153128" y="63300"/>
                </a:lnTo>
                <a:lnTo>
                  <a:pt x="153697" y="63300"/>
                </a:lnTo>
                <a:cubicBezTo>
                  <a:pt x="160525" y="52484"/>
                  <a:pt x="169629" y="45084"/>
                  <a:pt x="186699" y="45084"/>
                </a:cubicBezTo>
                <a:cubicBezTo>
                  <a:pt x="210596" y="45084"/>
                  <a:pt x="219700" y="58177"/>
                  <a:pt x="219700" y="81517"/>
                </a:cubicBezTo>
                <a:lnTo>
                  <a:pt x="219700" y="147552"/>
                </a:lnTo>
                <a:lnTo>
                  <a:pt x="190113" y="147552"/>
                </a:lnTo>
                <a:lnTo>
                  <a:pt x="190113" y="89487"/>
                </a:lnTo>
                <a:cubicBezTo>
                  <a:pt x="190113" y="76963"/>
                  <a:pt x="186130" y="69562"/>
                  <a:pt x="174181" y="69562"/>
                </a:cubicBezTo>
                <a:cubicBezTo>
                  <a:pt x="161663" y="69562"/>
                  <a:pt x="153128" y="78101"/>
                  <a:pt x="153128" y="91194"/>
                </a:cubicBezTo>
                <a:lnTo>
                  <a:pt x="153128" y="146983"/>
                </a:lnTo>
                <a:lnTo>
                  <a:pt x="123541" y="146983"/>
                </a:lnTo>
                <a:lnTo>
                  <a:pt x="123541" y="46791"/>
                </a:lnTo>
                <a:close/>
                <a:moveTo>
                  <a:pt x="338050" y="46791"/>
                </a:moveTo>
                <a:lnTo>
                  <a:pt x="338050" y="68993"/>
                </a:lnTo>
                <a:lnTo>
                  <a:pt x="319842" y="68993"/>
                </a:lnTo>
                <a:cubicBezTo>
                  <a:pt x="321549" y="72978"/>
                  <a:pt x="322118" y="77532"/>
                  <a:pt x="322118" y="82655"/>
                </a:cubicBezTo>
                <a:cubicBezTo>
                  <a:pt x="322118" y="104288"/>
                  <a:pt x="307894" y="119658"/>
                  <a:pt x="281720" y="119658"/>
                </a:cubicBezTo>
                <a:cubicBezTo>
                  <a:pt x="275461" y="119658"/>
                  <a:pt x="269771" y="118519"/>
                  <a:pt x="265220" y="116811"/>
                </a:cubicBezTo>
                <a:cubicBezTo>
                  <a:pt x="263513" y="119089"/>
                  <a:pt x="262375" y="120796"/>
                  <a:pt x="262375" y="123073"/>
                </a:cubicBezTo>
                <a:cubicBezTo>
                  <a:pt x="262375" y="136167"/>
                  <a:pt x="335774" y="112827"/>
                  <a:pt x="335774" y="154952"/>
                </a:cubicBezTo>
                <a:cubicBezTo>
                  <a:pt x="335774" y="171461"/>
                  <a:pt x="325532" y="185693"/>
                  <a:pt x="282858" y="185693"/>
                </a:cubicBezTo>
                <a:cubicBezTo>
                  <a:pt x="245874" y="185693"/>
                  <a:pt x="234494" y="177154"/>
                  <a:pt x="234494" y="162922"/>
                </a:cubicBezTo>
                <a:cubicBezTo>
                  <a:pt x="234494" y="154952"/>
                  <a:pt x="238477" y="149829"/>
                  <a:pt x="244736" y="145844"/>
                </a:cubicBezTo>
                <a:cubicBezTo>
                  <a:pt x="239615" y="142428"/>
                  <a:pt x="236201" y="137874"/>
                  <a:pt x="236201" y="130474"/>
                </a:cubicBezTo>
                <a:cubicBezTo>
                  <a:pt x="236201" y="121935"/>
                  <a:pt x="240753" y="113965"/>
                  <a:pt x="250995" y="108842"/>
                </a:cubicBezTo>
                <a:cubicBezTo>
                  <a:pt x="244167" y="102580"/>
                  <a:pt x="240753" y="93471"/>
                  <a:pt x="240753" y="82086"/>
                </a:cubicBezTo>
                <a:cubicBezTo>
                  <a:pt x="240753" y="59885"/>
                  <a:pt x="255547" y="45084"/>
                  <a:pt x="281720" y="45084"/>
                </a:cubicBezTo>
                <a:cubicBezTo>
                  <a:pt x="286841" y="45084"/>
                  <a:pt x="291393" y="45653"/>
                  <a:pt x="295945" y="46791"/>
                </a:cubicBezTo>
                <a:lnTo>
                  <a:pt x="338050" y="46791"/>
                </a:lnTo>
                <a:close/>
                <a:moveTo>
                  <a:pt x="261805" y="150967"/>
                </a:moveTo>
                <a:cubicBezTo>
                  <a:pt x="258392" y="153814"/>
                  <a:pt x="257823" y="156091"/>
                  <a:pt x="257823" y="158368"/>
                </a:cubicBezTo>
                <a:cubicBezTo>
                  <a:pt x="257823" y="164061"/>
                  <a:pt x="262375" y="168045"/>
                  <a:pt x="284565" y="168045"/>
                </a:cubicBezTo>
                <a:cubicBezTo>
                  <a:pt x="302773" y="168045"/>
                  <a:pt x="308463" y="162353"/>
                  <a:pt x="308463" y="158937"/>
                </a:cubicBezTo>
                <a:cubicBezTo>
                  <a:pt x="308463" y="149260"/>
                  <a:pt x="282289" y="153245"/>
                  <a:pt x="261805" y="150967"/>
                </a:cubicBezTo>
                <a:close/>
                <a:moveTo>
                  <a:pt x="295945" y="82086"/>
                </a:moveTo>
                <a:cubicBezTo>
                  <a:pt x="295945" y="70701"/>
                  <a:pt x="291962" y="63869"/>
                  <a:pt x="281720" y="63869"/>
                </a:cubicBezTo>
                <a:cubicBezTo>
                  <a:pt x="272047" y="63869"/>
                  <a:pt x="267495" y="70701"/>
                  <a:pt x="267495" y="82086"/>
                </a:cubicBezTo>
                <a:cubicBezTo>
                  <a:pt x="267495" y="93471"/>
                  <a:pt x="271478" y="100303"/>
                  <a:pt x="281720" y="100303"/>
                </a:cubicBezTo>
                <a:cubicBezTo>
                  <a:pt x="291962" y="100872"/>
                  <a:pt x="295945" y="93471"/>
                  <a:pt x="295945" y="82086"/>
                </a:cubicBezTo>
                <a:close/>
                <a:moveTo>
                  <a:pt x="353413" y="17189"/>
                </a:moveTo>
                <a:cubicBezTo>
                  <a:pt x="353413" y="6943"/>
                  <a:pt x="359672" y="111"/>
                  <a:pt x="370483" y="111"/>
                </a:cubicBezTo>
                <a:cubicBezTo>
                  <a:pt x="380724" y="111"/>
                  <a:pt x="387552" y="6943"/>
                  <a:pt x="387552" y="17189"/>
                </a:cubicBezTo>
                <a:cubicBezTo>
                  <a:pt x="387552" y="27436"/>
                  <a:pt x="380724" y="34268"/>
                  <a:pt x="370483" y="34268"/>
                </a:cubicBezTo>
                <a:cubicBezTo>
                  <a:pt x="359672" y="34268"/>
                  <a:pt x="353413" y="27436"/>
                  <a:pt x="353413" y="17189"/>
                </a:cubicBezTo>
                <a:close/>
                <a:moveTo>
                  <a:pt x="355689" y="46791"/>
                </a:moveTo>
                <a:lnTo>
                  <a:pt x="385276" y="46791"/>
                </a:lnTo>
                <a:lnTo>
                  <a:pt x="385276" y="147552"/>
                </a:lnTo>
                <a:lnTo>
                  <a:pt x="355689" y="147552"/>
                </a:lnTo>
                <a:lnTo>
                  <a:pt x="355689" y="46791"/>
                </a:lnTo>
                <a:close/>
                <a:moveTo>
                  <a:pt x="410312" y="46791"/>
                </a:moveTo>
                <a:lnTo>
                  <a:pt x="439899" y="46791"/>
                </a:lnTo>
                <a:lnTo>
                  <a:pt x="439899" y="63300"/>
                </a:lnTo>
                <a:lnTo>
                  <a:pt x="440468" y="63300"/>
                </a:lnTo>
                <a:cubicBezTo>
                  <a:pt x="447296" y="52484"/>
                  <a:pt x="456400" y="45084"/>
                  <a:pt x="473470" y="45084"/>
                </a:cubicBezTo>
                <a:cubicBezTo>
                  <a:pt x="497367" y="45084"/>
                  <a:pt x="506471" y="58177"/>
                  <a:pt x="506471" y="81517"/>
                </a:cubicBezTo>
                <a:lnTo>
                  <a:pt x="506471" y="147552"/>
                </a:lnTo>
                <a:lnTo>
                  <a:pt x="476884" y="147552"/>
                </a:lnTo>
                <a:lnTo>
                  <a:pt x="476884" y="89487"/>
                </a:lnTo>
                <a:cubicBezTo>
                  <a:pt x="476884" y="76963"/>
                  <a:pt x="472901" y="69562"/>
                  <a:pt x="460952" y="69562"/>
                </a:cubicBezTo>
                <a:cubicBezTo>
                  <a:pt x="448434" y="69562"/>
                  <a:pt x="439899" y="78101"/>
                  <a:pt x="439899" y="91194"/>
                </a:cubicBezTo>
                <a:lnTo>
                  <a:pt x="439899" y="146983"/>
                </a:lnTo>
                <a:lnTo>
                  <a:pt x="410312" y="146983"/>
                </a:lnTo>
                <a:lnTo>
                  <a:pt x="410312" y="46791"/>
                </a:lnTo>
                <a:close/>
                <a:moveTo>
                  <a:pt x="620838" y="110549"/>
                </a:moveTo>
                <a:cubicBezTo>
                  <a:pt x="619700" y="131612"/>
                  <a:pt x="604906" y="149260"/>
                  <a:pt x="574181" y="149260"/>
                </a:cubicBezTo>
                <a:cubicBezTo>
                  <a:pt x="539473" y="149260"/>
                  <a:pt x="525248" y="128197"/>
                  <a:pt x="525248" y="96887"/>
                </a:cubicBezTo>
                <a:cubicBezTo>
                  <a:pt x="525248" y="65577"/>
                  <a:pt x="541748" y="45084"/>
                  <a:pt x="574750" y="45084"/>
                </a:cubicBezTo>
                <a:cubicBezTo>
                  <a:pt x="607751" y="45084"/>
                  <a:pt x="620838" y="65008"/>
                  <a:pt x="620838" y="98595"/>
                </a:cubicBezTo>
                <a:lnTo>
                  <a:pt x="620838" y="103149"/>
                </a:lnTo>
                <a:lnTo>
                  <a:pt x="555404" y="103149"/>
                </a:lnTo>
                <a:cubicBezTo>
                  <a:pt x="555973" y="118519"/>
                  <a:pt x="561663" y="127058"/>
                  <a:pt x="574181" y="127058"/>
                </a:cubicBezTo>
                <a:cubicBezTo>
                  <a:pt x="585561" y="127058"/>
                  <a:pt x="591819" y="119658"/>
                  <a:pt x="591819" y="110549"/>
                </a:cubicBezTo>
                <a:lnTo>
                  <a:pt x="620838" y="110549"/>
                </a:lnTo>
                <a:close/>
                <a:moveTo>
                  <a:pt x="591819" y="86640"/>
                </a:moveTo>
                <a:cubicBezTo>
                  <a:pt x="591251" y="76393"/>
                  <a:pt x="586130" y="66716"/>
                  <a:pt x="574181" y="66716"/>
                </a:cubicBezTo>
                <a:cubicBezTo>
                  <a:pt x="562801" y="66716"/>
                  <a:pt x="557111" y="73547"/>
                  <a:pt x="555973" y="86640"/>
                </a:cubicBezTo>
                <a:lnTo>
                  <a:pt x="591819" y="86640"/>
                </a:lnTo>
                <a:close/>
                <a:moveTo>
                  <a:pt x="730653" y="110549"/>
                </a:moveTo>
                <a:cubicBezTo>
                  <a:pt x="729515" y="131612"/>
                  <a:pt x="714721" y="149260"/>
                  <a:pt x="683996" y="149260"/>
                </a:cubicBezTo>
                <a:cubicBezTo>
                  <a:pt x="649288" y="149260"/>
                  <a:pt x="635063" y="128197"/>
                  <a:pt x="635063" y="96887"/>
                </a:cubicBezTo>
                <a:cubicBezTo>
                  <a:pt x="635063" y="65577"/>
                  <a:pt x="651563" y="45084"/>
                  <a:pt x="684565" y="45084"/>
                </a:cubicBezTo>
                <a:cubicBezTo>
                  <a:pt x="717566" y="45084"/>
                  <a:pt x="730653" y="65008"/>
                  <a:pt x="730653" y="98595"/>
                </a:cubicBezTo>
                <a:lnTo>
                  <a:pt x="730653" y="103149"/>
                </a:lnTo>
                <a:lnTo>
                  <a:pt x="665219" y="103149"/>
                </a:lnTo>
                <a:cubicBezTo>
                  <a:pt x="665788" y="118519"/>
                  <a:pt x="671478" y="127058"/>
                  <a:pt x="683996" y="127058"/>
                </a:cubicBezTo>
                <a:cubicBezTo>
                  <a:pt x="695376" y="127058"/>
                  <a:pt x="701635" y="119658"/>
                  <a:pt x="701635" y="110549"/>
                </a:cubicBezTo>
                <a:lnTo>
                  <a:pt x="730653" y="110549"/>
                </a:lnTo>
                <a:close/>
                <a:moveTo>
                  <a:pt x="701635" y="86640"/>
                </a:moveTo>
                <a:cubicBezTo>
                  <a:pt x="701066" y="76393"/>
                  <a:pt x="695945" y="66716"/>
                  <a:pt x="683996" y="66716"/>
                </a:cubicBezTo>
                <a:cubicBezTo>
                  <a:pt x="672616" y="66716"/>
                  <a:pt x="666926" y="73547"/>
                  <a:pt x="665788" y="86640"/>
                </a:cubicBezTo>
                <a:lnTo>
                  <a:pt x="701635" y="86640"/>
                </a:lnTo>
                <a:close/>
                <a:moveTo>
                  <a:pt x="751137" y="46791"/>
                </a:moveTo>
                <a:lnTo>
                  <a:pt x="780724" y="46791"/>
                </a:lnTo>
                <a:lnTo>
                  <a:pt x="780724" y="62731"/>
                </a:lnTo>
                <a:lnTo>
                  <a:pt x="781293" y="62731"/>
                </a:lnTo>
                <a:cubicBezTo>
                  <a:pt x="788121" y="51346"/>
                  <a:pt x="796656" y="44514"/>
                  <a:pt x="806898" y="44514"/>
                </a:cubicBezTo>
                <a:cubicBezTo>
                  <a:pt x="809743" y="44514"/>
                  <a:pt x="812588" y="45084"/>
                  <a:pt x="815433" y="45653"/>
                </a:cubicBezTo>
                <a:lnTo>
                  <a:pt x="815433" y="76393"/>
                </a:lnTo>
                <a:cubicBezTo>
                  <a:pt x="812019" y="75255"/>
                  <a:pt x="808036" y="74116"/>
                  <a:pt x="802346" y="74116"/>
                </a:cubicBezTo>
                <a:cubicBezTo>
                  <a:pt x="789828" y="74116"/>
                  <a:pt x="780724" y="82655"/>
                  <a:pt x="780724" y="96318"/>
                </a:cubicBezTo>
                <a:lnTo>
                  <a:pt x="780724" y="146983"/>
                </a:lnTo>
                <a:lnTo>
                  <a:pt x="751137" y="146983"/>
                </a:lnTo>
                <a:lnTo>
                  <a:pt x="751137" y="46791"/>
                </a:lnTo>
                <a:close/>
                <a:moveTo>
                  <a:pt x="829088" y="17189"/>
                </a:moveTo>
                <a:cubicBezTo>
                  <a:pt x="829088" y="6943"/>
                  <a:pt x="835347" y="111"/>
                  <a:pt x="846158" y="111"/>
                </a:cubicBezTo>
                <a:cubicBezTo>
                  <a:pt x="856400" y="111"/>
                  <a:pt x="863228" y="6943"/>
                  <a:pt x="863228" y="17189"/>
                </a:cubicBezTo>
                <a:cubicBezTo>
                  <a:pt x="863228" y="27436"/>
                  <a:pt x="856400" y="34268"/>
                  <a:pt x="846158" y="34268"/>
                </a:cubicBezTo>
                <a:cubicBezTo>
                  <a:pt x="835347" y="34268"/>
                  <a:pt x="829088" y="27436"/>
                  <a:pt x="829088" y="17189"/>
                </a:cubicBezTo>
                <a:close/>
                <a:moveTo>
                  <a:pt x="831364" y="46791"/>
                </a:moveTo>
                <a:lnTo>
                  <a:pt x="860952" y="46791"/>
                </a:lnTo>
                <a:lnTo>
                  <a:pt x="860952" y="147552"/>
                </a:lnTo>
                <a:lnTo>
                  <a:pt x="831364" y="147552"/>
                </a:lnTo>
                <a:lnTo>
                  <a:pt x="831364" y="46791"/>
                </a:lnTo>
                <a:close/>
                <a:moveTo>
                  <a:pt x="885987" y="46791"/>
                </a:moveTo>
                <a:lnTo>
                  <a:pt x="915575" y="46791"/>
                </a:lnTo>
                <a:lnTo>
                  <a:pt x="915575" y="63300"/>
                </a:lnTo>
                <a:lnTo>
                  <a:pt x="916144" y="63300"/>
                </a:lnTo>
                <a:cubicBezTo>
                  <a:pt x="922972" y="52484"/>
                  <a:pt x="932076" y="45084"/>
                  <a:pt x="949145" y="45084"/>
                </a:cubicBezTo>
                <a:cubicBezTo>
                  <a:pt x="973043" y="45084"/>
                  <a:pt x="982147" y="58177"/>
                  <a:pt x="982147" y="81517"/>
                </a:cubicBezTo>
                <a:lnTo>
                  <a:pt x="982147" y="147552"/>
                </a:lnTo>
                <a:lnTo>
                  <a:pt x="952559" y="147552"/>
                </a:lnTo>
                <a:lnTo>
                  <a:pt x="952559" y="89487"/>
                </a:lnTo>
                <a:cubicBezTo>
                  <a:pt x="952559" y="76963"/>
                  <a:pt x="948576" y="69562"/>
                  <a:pt x="936627" y="69562"/>
                </a:cubicBezTo>
                <a:cubicBezTo>
                  <a:pt x="924110" y="69562"/>
                  <a:pt x="915575" y="78101"/>
                  <a:pt x="915575" y="91194"/>
                </a:cubicBezTo>
                <a:lnTo>
                  <a:pt x="915575" y="146983"/>
                </a:lnTo>
                <a:lnTo>
                  <a:pt x="885987" y="146983"/>
                </a:lnTo>
                <a:lnTo>
                  <a:pt x="885987" y="46791"/>
                </a:lnTo>
                <a:close/>
                <a:moveTo>
                  <a:pt x="1101065" y="46791"/>
                </a:moveTo>
                <a:lnTo>
                  <a:pt x="1101065" y="68993"/>
                </a:lnTo>
                <a:lnTo>
                  <a:pt x="1082858" y="68993"/>
                </a:lnTo>
                <a:cubicBezTo>
                  <a:pt x="1084565" y="72978"/>
                  <a:pt x="1085134" y="77532"/>
                  <a:pt x="1085134" y="82655"/>
                </a:cubicBezTo>
                <a:cubicBezTo>
                  <a:pt x="1085134" y="104288"/>
                  <a:pt x="1070909" y="119658"/>
                  <a:pt x="1044735" y="119658"/>
                </a:cubicBezTo>
                <a:cubicBezTo>
                  <a:pt x="1038476" y="119658"/>
                  <a:pt x="1032786" y="118519"/>
                  <a:pt x="1028235" y="116811"/>
                </a:cubicBezTo>
                <a:cubicBezTo>
                  <a:pt x="1026528" y="119089"/>
                  <a:pt x="1025390" y="120796"/>
                  <a:pt x="1025390" y="123073"/>
                </a:cubicBezTo>
                <a:cubicBezTo>
                  <a:pt x="1025390" y="136167"/>
                  <a:pt x="1098790" y="112827"/>
                  <a:pt x="1098790" y="154952"/>
                </a:cubicBezTo>
                <a:cubicBezTo>
                  <a:pt x="1098790" y="171461"/>
                  <a:pt x="1088548" y="185693"/>
                  <a:pt x="1045874" y="185693"/>
                </a:cubicBezTo>
                <a:cubicBezTo>
                  <a:pt x="1008889" y="185693"/>
                  <a:pt x="997509" y="177154"/>
                  <a:pt x="997509" y="162922"/>
                </a:cubicBezTo>
                <a:cubicBezTo>
                  <a:pt x="997509" y="154952"/>
                  <a:pt x="1001492" y="149829"/>
                  <a:pt x="1007751" y="145844"/>
                </a:cubicBezTo>
                <a:cubicBezTo>
                  <a:pt x="1002630" y="142428"/>
                  <a:pt x="999216" y="137874"/>
                  <a:pt x="999216" y="130474"/>
                </a:cubicBezTo>
                <a:cubicBezTo>
                  <a:pt x="999216" y="121935"/>
                  <a:pt x="1003768" y="113965"/>
                  <a:pt x="1014010" y="108842"/>
                </a:cubicBezTo>
                <a:cubicBezTo>
                  <a:pt x="1007182" y="102580"/>
                  <a:pt x="1003768" y="93471"/>
                  <a:pt x="1003768" y="82086"/>
                </a:cubicBezTo>
                <a:cubicBezTo>
                  <a:pt x="1003768" y="59885"/>
                  <a:pt x="1018562" y="45084"/>
                  <a:pt x="1044735" y="45084"/>
                </a:cubicBezTo>
                <a:cubicBezTo>
                  <a:pt x="1049856" y="45084"/>
                  <a:pt x="1054408" y="45653"/>
                  <a:pt x="1058960" y="46791"/>
                </a:cubicBezTo>
                <a:lnTo>
                  <a:pt x="1101065" y="46791"/>
                </a:lnTo>
                <a:close/>
                <a:moveTo>
                  <a:pt x="1024252" y="150967"/>
                </a:moveTo>
                <a:cubicBezTo>
                  <a:pt x="1020838" y="153814"/>
                  <a:pt x="1020269" y="156091"/>
                  <a:pt x="1020269" y="158368"/>
                </a:cubicBezTo>
                <a:cubicBezTo>
                  <a:pt x="1020269" y="164061"/>
                  <a:pt x="1024821" y="168045"/>
                  <a:pt x="1047011" y="168045"/>
                </a:cubicBezTo>
                <a:cubicBezTo>
                  <a:pt x="1065219" y="168045"/>
                  <a:pt x="1070909" y="162353"/>
                  <a:pt x="1070909" y="158937"/>
                </a:cubicBezTo>
                <a:cubicBezTo>
                  <a:pt x="1070909" y="149260"/>
                  <a:pt x="1045304" y="153245"/>
                  <a:pt x="1024252" y="150967"/>
                </a:cubicBezTo>
                <a:close/>
                <a:moveTo>
                  <a:pt x="1058391" y="82086"/>
                </a:moveTo>
                <a:cubicBezTo>
                  <a:pt x="1058391" y="70701"/>
                  <a:pt x="1054408" y="63869"/>
                  <a:pt x="1044166" y="63869"/>
                </a:cubicBezTo>
                <a:cubicBezTo>
                  <a:pt x="1034494" y="63869"/>
                  <a:pt x="1029942" y="70701"/>
                  <a:pt x="1029942" y="82086"/>
                </a:cubicBezTo>
                <a:cubicBezTo>
                  <a:pt x="1029942" y="93471"/>
                  <a:pt x="1033925" y="100303"/>
                  <a:pt x="1044166" y="100303"/>
                </a:cubicBezTo>
                <a:cubicBezTo>
                  <a:pt x="1054408" y="100872"/>
                  <a:pt x="1058391" y="93471"/>
                  <a:pt x="1058391" y="82086"/>
                </a:cubicBezTo>
                <a:close/>
                <a:moveTo>
                  <a:pt x="1173327" y="8650"/>
                </a:moveTo>
                <a:lnTo>
                  <a:pt x="1270055" y="8650"/>
                </a:lnTo>
                <a:lnTo>
                  <a:pt x="1270055" y="34268"/>
                </a:lnTo>
                <a:lnTo>
                  <a:pt x="1205191" y="34268"/>
                </a:lnTo>
                <a:lnTo>
                  <a:pt x="1205191" y="66147"/>
                </a:lnTo>
                <a:lnTo>
                  <a:pt x="1266072" y="66147"/>
                </a:lnTo>
                <a:lnTo>
                  <a:pt x="1266072" y="91194"/>
                </a:lnTo>
                <a:lnTo>
                  <a:pt x="1205191" y="91194"/>
                </a:lnTo>
                <a:lnTo>
                  <a:pt x="1205191" y="147552"/>
                </a:lnTo>
                <a:lnTo>
                  <a:pt x="1173896" y="147552"/>
                </a:lnTo>
                <a:lnTo>
                  <a:pt x="1173896" y="8650"/>
                </a:lnTo>
                <a:close/>
                <a:moveTo>
                  <a:pt x="1289970" y="17189"/>
                </a:moveTo>
                <a:cubicBezTo>
                  <a:pt x="1289970" y="6943"/>
                  <a:pt x="1296229" y="111"/>
                  <a:pt x="1307040" y="111"/>
                </a:cubicBezTo>
                <a:cubicBezTo>
                  <a:pt x="1317281" y="111"/>
                  <a:pt x="1324109" y="6943"/>
                  <a:pt x="1324109" y="17189"/>
                </a:cubicBezTo>
                <a:cubicBezTo>
                  <a:pt x="1324109" y="27436"/>
                  <a:pt x="1317281" y="34268"/>
                  <a:pt x="1307040" y="34268"/>
                </a:cubicBezTo>
                <a:cubicBezTo>
                  <a:pt x="1296229" y="34268"/>
                  <a:pt x="1289970" y="27436"/>
                  <a:pt x="1289970" y="17189"/>
                </a:cubicBezTo>
                <a:close/>
                <a:moveTo>
                  <a:pt x="1292815" y="46791"/>
                </a:moveTo>
                <a:lnTo>
                  <a:pt x="1322402" y="46791"/>
                </a:lnTo>
                <a:lnTo>
                  <a:pt x="1322402" y="147552"/>
                </a:lnTo>
                <a:lnTo>
                  <a:pt x="1292815" y="147552"/>
                </a:lnTo>
                <a:lnTo>
                  <a:pt x="1292815" y="46791"/>
                </a:lnTo>
                <a:close/>
                <a:moveTo>
                  <a:pt x="1346869" y="46791"/>
                </a:moveTo>
                <a:lnTo>
                  <a:pt x="1376456" y="46791"/>
                </a:lnTo>
                <a:lnTo>
                  <a:pt x="1376456" y="62731"/>
                </a:lnTo>
                <a:lnTo>
                  <a:pt x="1377025" y="62731"/>
                </a:lnTo>
                <a:cubicBezTo>
                  <a:pt x="1383853" y="51346"/>
                  <a:pt x="1392388" y="44514"/>
                  <a:pt x="1402630" y="44514"/>
                </a:cubicBezTo>
                <a:cubicBezTo>
                  <a:pt x="1405475" y="44514"/>
                  <a:pt x="1408320" y="45084"/>
                  <a:pt x="1411165" y="45653"/>
                </a:cubicBezTo>
                <a:lnTo>
                  <a:pt x="1411165" y="76393"/>
                </a:lnTo>
                <a:cubicBezTo>
                  <a:pt x="1407751" y="75255"/>
                  <a:pt x="1403768" y="74116"/>
                  <a:pt x="1398078" y="74116"/>
                </a:cubicBezTo>
                <a:cubicBezTo>
                  <a:pt x="1385560" y="74116"/>
                  <a:pt x="1376456" y="82655"/>
                  <a:pt x="1376456" y="96318"/>
                </a:cubicBezTo>
                <a:lnTo>
                  <a:pt x="1376456" y="146983"/>
                </a:lnTo>
                <a:lnTo>
                  <a:pt x="1346869" y="146983"/>
                </a:lnTo>
                <a:lnTo>
                  <a:pt x="1346869" y="46791"/>
                </a:lnTo>
                <a:close/>
                <a:moveTo>
                  <a:pt x="1450425" y="113965"/>
                </a:moveTo>
                <a:cubicBezTo>
                  <a:pt x="1450994" y="125350"/>
                  <a:pt x="1459529" y="128766"/>
                  <a:pt x="1468633" y="128766"/>
                </a:cubicBezTo>
                <a:cubicBezTo>
                  <a:pt x="1478875" y="128766"/>
                  <a:pt x="1482858" y="125350"/>
                  <a:pt x="1482858" y="119658"/>
                </a:cubicBezTo>
                <a:cubicBezTo>
                  <a:pt x="1482858" y="102580"/>
                  <a:pt x="1425389" y="115673"/>
                  <a:pt x="1425389" y="76963"/>
                </a:cubicBezTo>
                <a:cubicBezTo>
                  <a:pt x="1425389" y="58746"/>
                  <a:pt x="1438476" y="45084"/>
                  <a:pt x="1466926" y="45084"/>
                </a:cubicBezTo>
                <a:cubicBezTo>
                  <a:pt x="1494806" y="45084"/>
                  <a:pt x="1510169" y="57608"/>
                  <a:pt x="1510738" y="79240"/>
                </a:cubicBezTo>
                <a:lnTo>
                  <a:pt x="1482288" y="79240"/>
                </a:lnTo>
                <a:cubicBezTo>
                  <a:pt x="1482288" y="70131"/>
                  <a:pt x="1475461" y="66147"/>
                  <a:pt x="1466926" y="66147"/>
                </a:cubicBezTo>
                <a:cubicBezTo>
                  <a:pt x="1457822" y="66147"/>
                  <a:pt x="1454977" y="70701"/>
                  <a:pt x="1454977" y="74686"/>
                </a:cubicBezTo>
                <a:cubicBezTo>
                  <a:pt x="1454977" y="91194"/>
                  <a:pt x="1512445" y="78670"/>
                  <a:pt x="1512445" y="117950"/>
                </a:cubicBezTo>
                <a:cubicBezTo>
                  <a:pt x="1512445" y="136736"/>
                  <a:pt x="1499358" y="149829"/>
                  <a:pt x="1469771" y="149829"/>
                </a:cubicBezTo>
                <a:cubicBezTo>
                  <a:pt x="1441321" y="149829"/>
                  <a:pt x="1423114" y="140721"/>
                  <a:pt x="1422544" y="114534"/>
                </a:cubicBezTo>
                <a:lnTo>
                  <a:pt x="1450425" y="114534"/>
                </a:lnTo>
                <a:close/>
                <a:moveTo>
                  <a:pt x="1536912" y="70701"/>
                </a:moveTo>
                <a:lnTo>
                  <a:pt x="1523256" y="70701"/>
                </a:lnTo>
                <a:lnTo>
                  <a:pt x="1523256" y="47361"/>
                </a:lnTo>
                <a:lnTo>
                  <a:pt x="1536912" y="47361"/>
                </a:lnTo>
                <a:lnTo>
                  <a:pt x="1536912" y="21174"/>
                </a:lnTo>
                <a:lnTo>
                  <a:pt x="1566499" y="21174"/>
                </a:lnTo>
                <a:lnTo>
                  <a:pt x="1566499" y="47361"/>
                </a:lnTo>
                <a:lnTo>
                  <a:pt x="1590396" y="47361"/>
                </a:lnTo>
                <a:lnTo>
                  <a:pt x="1590396" y="70701"/>
                </a:lnTo>
                <a:lnTo>
                  <a:pt x="1566499" y="70701"/>
                </a:lnTo>
                <a:lnTo>
                  <a:pt x="1566499" y="108842"/>
                </a:lnTo>
                <a:cubicBezTo>
                  <a:pt x="1566499" y="117950"/>
                  <a:pt x="1571051" y="122504"/>
                  <a:pt x="1581862" y="122504"/>
                </a:cubicBezTo>
                <a:cubicBezTo>
                  <a:pt x="1584707" y="122504"/>
                  <a:pt x="1587552" y="122504"/>
                  <a:pt x="1591535" y="121366"/>
                </a:cubicBezTo>
                <a:lnTo>
                  <a:pt x="1591535" y="147552"/>
                </a:lnTo>
                <a:cubicBezTo>
                  <a:pt x="1587552" y="148690"/>
                  <a:pt x="1582431" y="149260"/>
                  <a:pt x="1576172" y="149260"/>
                </a:cubicBezTo>
                <a:cubicBezTo>
                  <a:pt x="1549429" y="149260"/>
                  <a:pt x="1536912" y="137874"/>
                  <a:pt x="1536912" y="108842"/>
                </a:cubicBezTo>
                <a:lnTo>
                  <a:pt x="1536912" y="7070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10083285" y="543783"/>
            <a:ext cx="1360855" cy="316094"/>
          </a:xfrm>
          <a:custGeom>
            <a:rect b="b" l="l" r="r" t="t"/>
            <a:pathLst>
              <a:path extrusionOk="0" h="342698" w="1475390">
                <a:moveTo>
                  <a:pt x="874756" y="339468"/>
                </a:moveTo>
                <a:lnTo>
                  <a:pt x="874756" y="339468"/>
                </a:lnTo>
                <a:cubicBezTo>
                  <a:pt x="817288" y="339468"/>
                  <a:pt x="766079" y="298481"/>
                  <a:pt x="766079" y="225046"/>
                </a:cubicBezTo>
                <a:lnTo>
                  <a:pt x="766079" y="74190"/>
                </a:lnTo>
                <a:lnTo>
                  <a:pt x="826392" y="74190"/>
                </a:lnTo>
                <a:lnTo>
                  <a:pt x="826392" y="229030"/>
                </a:lnTo>
                <a:cubicBezTo>
                  <a:pt x="826392" y="262617"/>
                  <a:pt x="844031" y="284819"/>
                  <a:pt x="874756" y="284819"/>
                </a:cubicBezTo>
                <a:cubicBezTo>
                  <a:pt x="906051" y="284819"/>
                  <a:pt x="923120" y="262617"/>
                  <a:pt x="923120" y="229030"/>
                </a:cubicBezTo>
                <a:lnTo>
                  <a:pt x="923120" y="74190"/>
                </a:lnTo>
                <a:lnTo>
                  <a:pt x="983433" y="74190"/>
                </a:lnTo>
                <a:lnTo>
                  <a:pt x="983433" y="225046"/>
                </a:lnTo>
                <a:cubicBezTo>
                  <a:pt x="984002" y="298481"/>
                  <a:pt x="932224" y="339468"/>
                  <a:pt x="874756" y="339468"/>
                </a:cubicBezTo>
                <a:moveTo>
                  <a:pt x="350147" y="-2661"/>
                </a:moveTo>
                <a:lnTo>
                  <a:pt x="290972" y="-2661"/>
                </a:lnTo>
                <a:lnTo>
                  <a:pt x="290972" y="68497"/>
                </a:lnTo>
                <a:cubicBezTo>
                  <a:pt x="321698" y="56542"/>
                  <a:pt x="344457" y="29787"/>
                  <a:pt x="350147" y="-2661"/>
                </a:cubicBezTo>
                <a:moveTo>
                  <a:pt x="290972" y="79883"/>
                </a:moveTo>
                <a:lnTo>
                  <a:pt x="290972" y="333207"/>
                </a:lnTo>
                <a:lnTo>
                  <a:pt x="351286" y="333207"/>
                </a:lnTo>
                <a:lnTo>
                  <a:pt x="351286" y="162995"/>
                </a:lnTo>
                <a:cubicBezTo>
                  <a:pt x="349579" y="125992"/>
                  <a:pt x="325681" y="92976"/>
                  <a:pt x="290972" y="79883"/>
                </a:cubicBezTo>
                <a:moveTo>
                  <a:pt x="498654" y="74190"/>
                </a:moveTo>
                <a:cubicBezTo>
                  <a:pt x="447444" y="74190"/>
                  <a:pt x="405909" y="115747"/>
                  <a:pt x="405909" y="166981"/>
                </a:cubicBezTo>
                <a:lnTo>
                  <a:pt x="405909" y="333207"/>
                </a:lnTo>
                <a:lnTo>
                  <a:pt x="465084" y="333207"/>
                </a:lnTo>
                <a:lnTo>
                  <a:pt x="465084" y="174950"/>
                </a:lnTo>
                <a:cubicBezTo>
                  <a:pt x="465084" y="149333"/>
                  <a:pt x="486136" y="128270"/>
                  <a:pt x="511741" y="128270"/>
                </a:cubicBezTo>
                <a:lnTo>
                  <a:pt x="511741" y="128270"/>
                </a:lnTo>
                <a:lnTo>
                  <a:pt x="533362" y="128270"/>
                </a:lnTo>
                <a:lnTo>
                  <a:pt x="533362" y="74190"/>
                </a:lnTo>
                <a:lnTo>
                  <a:pt x="498654" y="74190"/>
                </a:lnTo>
                <a:close/>
                <a:moveTo>
                  <a:pt x="1151285" y="177796"/>
                </a:moveTo>
                <a:lnTo>
                  <a:pt x="1110318" y="168119"/>
                </a:lnTo>
                <a:cubicBezTo>
                  <a:pt x="1108611" y="167549"/>
                  <a:pt x="1106904" y="166981"/>
                  <a:pt x="1105197" y="166411"/>
                </a:cubicBezTo>
                <a:cubicBezTo>
                  <a:pt x="1093248" y="162426"/>
                  <a:pt x="1084713" y="154456"/>
                  <a:pt x="1084713" y="143640"/>
                </a:cubicBezTo>
                <a:cubicBezTo>
                  <a:pt x="1084713" y="130547"/>
                  <a:pt x="1097800" y="119162"/>
                  <a:pt x="1120560" y="119162"/>
                </a:cubicBezTo>
                <a:cubicBezTo>
                  <a:pt x="1145027" y="119731"/>
                  <a:pt x="1167786" y="131685"/>
                  <a:pt x="1181441" y="152179"/>
                </a:cubicBezTo>
                <a:lnTo>
                  <a:pt x="1218995" y="111192"/>
                </a:lnTo>
                <a:cubicBezTo>
                  <a:pt x="1195097" y="86144"/>
                  <a:pt x="1165510" y="67927"/>
                  <a:pt x="1122267" y="67927"/>
                </a:cubicBezTo>
                <a:cubicBezTo>
                  <a:pt x="1067643" y="67927"/>
                  <a:pt x="1027814" y="96961"/>
                  <a:pt x="1027814" y="145348"/>
                </a:cubicBezTo>
                <a:cubicBezTo>
                  <a:pt x="1027814" y="190320"/>
                  <a:pt x="1057971" y="215369"/>
                  <a:pt x="1106335" y="227322"/>
                </a:cubicBezTo>
                <a:lnTo>
                  <a:pt x="1140474" y="235861"/>
                </a:lnTo>
                <a:cubicBezTo>
                  <a:pt x="1144457" y="237000"/>
                  <a:pt x="1147871" y="238139"/>
                  <a:pt x="1151854" y="239278"/>
                </a:cubicBezTo>
                <a:cubicBezTo>
                  <a:pt x="1166079" y="244970"/>
                  <a:pt x="1170631" y="252371"/>
                  <a:pt x="1170631" y="261478"/>
                </a:cubicBezTo>
                <a:cubicBezTo>
                  <a:pt x="1170631" y="274002"/>
                  <a:pt x="1161527" y="288234"/>
                  <a:pt x="1130232" y="288234"/>
                </a:cubicBezTo>
                <a:cubicBezTo>
                  <a:pt x="1100645" y="288804"/>
                  <a:pt x="1072764" y="274572"/>
                  <a:pt x="1055126" y="250663"/>
                </a:cubicBezTo>
                <a:lnTo>
                  <a:pt x="1017004" y="289373"/>
                </a:lnTo>
                <a:cubicBezTo>
                  <a:pt x="1036918" y="314990"/>
                  <a:pt x="1070488" y="339468"/>
                  <a:pt x="1125112" y="339468"/>
                </a:cubicBezTo>
                <a:cubicBezTo>
                  <a:pt x="1193391" y="339468"/>
                  <a:pt x="1228099" y="304174"/>
                  <a:pt x="1228099" y="259202"/>
                </a:cubicBezTo>
                <a:cubicBezTo>
                  <a:pt x="1228099" y="213091"/>
                  <a:pt x="1195666" y="188612"/>
                  <a:pt x="1151285" y="177796"/>
                </a:cubicBezTo>
                <a:moveTo>
                  <a:pt x="727388" y="279126"/>
                </a:moveTo>
                <a:cubicBezTo>
                  <a:pt x="725681" y="279126"/>
                  <a:pt x="713163" y="280265"/>
                  <a:pt x="708042" y="280265"/>
                </a:cubicBezTo>
                <a:lnTo>
                  <a:pt x="708042" y="280265"/>
                </a:lnTo>
                <a:cubicBezTo>
                  <a:pt x="674472" y="280265"/>
                  <a:pt x="665937" y="270587"/>
                  <a:pt x="665937" y="233015"/>
                </a:cubicBezTo>
                <a:lnTo>
                  <a:pt x="665937" y="128270"/>
                </a:lnTo>
                <a:lnTo>
                  <a:pt x="727957" y="128270"/>
                </a:lnTo>
                <a:lnTo>
                  <a:pt x="727957" y="74190"/>
                </a:lnTo>
                <a:lnTo>
                  <a:pt x="665368" y="74190"/>
                </a:lnTo>
                <a:lnTo>
                  <a:pt x="665368" y="-3231"/>
                </a:lnTo>
                <a:lnTo>
                  <a:pt x="605624" y="-3231"/>
                </a:lnTo>
                <a:lnTo>
                  <a:pt x="605624" y="74190"/>
                </a:lnTo>
                <a:lnTo>
                  <a:pt x="567502" y="74190"/>
                </a:lnTo>
                <a:lnTo>
                  <a:pt x="567502" y="128270"/>
                </a:lnTo>
                <a:lnTo>
                  <a:pt x="605624" y="128270"/>
                </a:lnTo>
                <a:lnTo>
                  <a:pt x="605624" y="242124"/>
                </a:lnTo>
                <a:cubicBezTo>
                  <a:pt x="605624" y="307590"/>
                  <a:pt x="627246" y="334345"/>
                  <a:pt x="694955" y="334345"/>
                </a:cubicBezTo>
                <a:cubicBezTo>
                  <a:pt x="713732" y="334345"/>
                  <a:pt x="725112" y="333207"/>
                  <a:pt x="726819" y="333207"/>
                </a:cubicBezTo>
                <a:lnTo>
                  <a:pt x="727388" y="279126"/>
                </a:lnTo>
                <a:close/>
                <a:moveTo>
                  <a:pt x="248868" y="74190"/>
                </a:moveTo>
                <a:lnTo>
                  <a:pt x="156691" y="333207"/>
                </a:lnTo>
                <a:lnTo>
                  <a:pt x="91257" y="333207"/>
                </a:lnTo>
                <a:lnTo>
                  <a:pt x="-919" y="74190"/>
                </a:lnTo>
                <a:lnTo>
                  <a:pt x="61101" y="74190"/>
                </a:lnTo>
                <a:lnTo>
                  <a:pt x="124259" y="264325"/>
                </a:lnTo>
                <a:lnTo>
                  <a:pt x="187416" y="74190"/>
                </a:lnTo>
                <a:lnTo>
                  <a:pt x="248868" y="74190"/>
                </a:lnTo>
                <a:close/>
                <a:moveTo>
                  <a:pt x="1415297" y="313282"/>
                </a:moveTo>
                <a:cubicBezTo>
                  <a:pt x="1415865" y="312713"/>
                  <a:pt x="1417003" y="312144"/>
                  <a:pt x="1417572" y="311004"/>
                </a:cubicBezTo>
                <a:lnTo>
                  <a:pt x="1417572" y="333207"/>
                </a:lnTo>
                <a:lnTo>
                  <a:pt x="1474471" y="333207"/>
                </a:lnTo>
                <a:lnTo>
                  <a:pt x="1474471" y="165273"/>
                </a:lnTo>
                <a:cubicBezTo>
                  <a:pt x="1474471" y="99237"/>
                  <a:pt x="1428383" y="67359"/>
                  <a:pt x="1364088" y="67359"/>
                </a:cubicBezTo>
                <a:cubicBezTo>
                  <a:pt x="1324258" y="67359"/>
                  <a:pt x="1282153" y="85005"/>
                  <a:pt x="1261669" y="121439"/>
                </a:cubicBezTo>
                <a:lnTo>
                  <a:pt x="1302068" y="159580"/>
                </a:lnTo>
                <a:cubicBezTo>
                  <a:pt x="1314016" y="136240"/>
                  <a:pt x="1337913" y="121439"/>
                  <a:pt x="1363518" y="122008"/>
                </a:cubicBezTo>
                <a:cubicBezTo>
                  <a:pt x="1395382" y="121439"/>
                  <a:pt x="1417572" y="143070"/>
                  <a:pt x="1417572" y="169827"/>
                </a:cubicBezTo>
                <a:lnTo>
                  <a:pt x="1417572" y="184059"/>
                </a:lnTo>
                <a:cubicBezTo>
                  <a:pt x="1416434" y="183489"/>
                  <a:pt x="1415297" y="183489"/>
                  <a:pt x="1414158" y="182919"/>
                </a:cubicBezTo>
                <a:lnTo>
                  <a:pt x="1414158" y="182919"/>
                </a:lnTo>
                <a:cubicBezTo>
                  <a:pt x="1412452" y="182351"/>
                  <a:pt x="1410176" y="181781"/>
                  <a:pt x="1407899" y="181213"/>
                </a:cubicBezTo>
                <a:lnTo>
                  <a:pt x="1406192" y="180643"/>
                </a:lnTo>
                <a:lnTo>
                  <a:pt x="1405055" y="180073"/>
                </a:lnTo>
                <a:lnTo>
                  <a:pt x="1403347" y="179504"/>
                </a:lnTo>
                <a:lnTo>
                  <a:pt x="1401641" y="178935"/>
                </a:lnTo>
                <a:lnTo>
                  <a:pt x="1400502" y="178935"/>
                </a:lnTo>
                <a:cubicBezTo>
                  <a:pt x="1387985" y="175520"/>
                  <a:pt x="1374898" y="173812"/>
                  <a:pt x="1361811" y="173812"/>
                </a:cubicBezTo>
                <a:cubicBezTo>
                  <a:pt x="1302068" y="173812"/>
                  <a:pt x="1253703" y="201137"/>
                  <a:pt x="1253703" y="260340"/>
                </a:cubicBezTo>
                <a:cubicBezTo>
                  <a:pt x="1253703" y="309866"/>
                  <a:pt x="1294102" y="338899"/>
                  <a:pt x="1340758" y="338899"/>
                </a:cubicBezTo>
                <a:cubicBezTo>
                  <a:pt x="1368070" y="340038"/>
                  <a:pt x="1394244" y="330929"/>
                  <a:pt x="1415297" y="313282"/>
                </a:cubicBezTo>
                <a:close/>
                <a:moveTo>
                  <a:pt x="1352708" y="288234"/>
                </a:moveTo>
                <a:cubicBezTo>
                  <a:pt x="1324258" y="288234"/>
                  <a:pt x="1311171" y="273434"/>
                  <a:pt x="1311171" y="255786"/>
                </a:cubicBezTo>
                <a:cubicBezTo>
                  <a:pt x="1311171" y="233015"/>
                  <a:pt x="1331086" y="221061"/>
                  <a:pt x="1360104" y="221061"/>
                </a:cubicBezTo>
                <a:cubicBezTo>
                  <a:pt x="1380019" y="221061"/>
                  <a:pt x="1399365" y="225046"/>
                  <a:pt x="1417572" y="232447"/>
                </a:cubicBezTo>
                <a:lnTo>
                  <a:pt x="1417572" y="264325"/>
                </a:lnTo>
                <a:cubicBezTo>
                  <a:pt x="1403347" y="278556"/>
                  <a:pt x="1377174" y="288234"/>
                  <a:pt x="1352708" y="28823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2"/>
          <p:cNvSpPr txBox="1"/>
          <p:nvPr>
            <p:ph type="ctrTitle"/>
          </p:nvPr>
        </p:nvSpPr>
        <p:spPr>
          <a:xfrm>
            <a:off x="731520" y="2011680"/>
            <a:ext cx="8148954" cy="153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Georgia"/>
              <a:buNone/>
              <a:defRPr b="1" sz="5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2" type="subTitle"/>
          </p:nvPr>
        </p:nvSpPr>
        <p:spPr>
          <a:xfrm>
            <a:off x="731520" y="3657600"/>
            <a:ext cx="8148954" cy="701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&amp; Content">
  <p:cSld name="2_Title &amp;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731519" y="1737360"/>
            <a:ext cx="10728444" cy="434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429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type="title"/>
          </p:nvPr>
        </p:nvSpPr>
        <p:spPr>
          <a:xfrm>
            <a:off x="731519" y="457200"/>
            <a:ext cx="10735547" cy="940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b="1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" name="Google Shape;25;p13"/>
          <p:cNvGrpSpPr/>
          <p:nvPr/>
        </p:nvGrpSpPr>
        <p:grpSpPr>
          <a:xfrm>
            <a:off x="9821208" y="6370064"/>
            <a:ext cx="1645859" cy="201757"/>
            <a:chOff x="3487075" y="6411984"/>
            <a:chExt cx="2373256" cy="290924"/>
          </a:xfrm>
        </p:grpSpPr>
        <p:sp>
          <p:nvSpPr>
            <p:cNvPr id="26" name="Google Shape;26;p13"/>
            <p:cNvSpPr/>
            <p:nvPr/>
          </p:nvSpPr>
          <p:spPr>
            <a:xfrm>
              <a:off x="4927757" y="6418246"/>
              <a:ext cx="932574" cy="279510"/>
            </a:xfrm>
            <a:custGeom>
              <a:rect b="b" l="l" r="r" t="t"/>
              <a:pathLst>
                <a:path extrusionOk="0" h="279510" w="932574">
                  <a:moveTo>
                    <a:pt x="569" y="6831"/>
                  </a:moveTo>
                  <a:lnTo>
                    <a:pt x="84210" y="6831"/>
                  </a:lnTo>
                  <a:lnTo>
                    <a:pt x="84210" y="28463"/>
                  </a:lnTo>
                  <a:lnTo>
                    <a:pt x="27311" y="28463"/>
                  </a:lnTo>
                  <a:lnTo>
                    <a:pt x="27311" y="53511"/>
                  </a:lnTo>
                  <a:lnTo>
                    <a:pt x="80797" y="53511"/>
                  </a:lnTo>
                  <a:lnTo>
                    <a:pt x="80797" y="74574"/>
                  </a:lnTo>
                  <a:lnTo>
                    <a:pt x="27311" y="74574"/>
                  </a:lnTo>
                  <a:lnTo>
                    <a:pt x="27311" y="103037"/>
                  </a:lnTo>
                  <a:lnTo>
                    <a:pt x="85348" y="103037"/>
                  </a:lnTo>
                  <a:lnTo>
                    <a:pt x="85348" y="124670"/>
                  </a:lnTo>
                  <a:lnTo>
                    <a:pt x="0" y="124670"/>
                  </a:lnTo>
                  <a:lnTo>
                    <a:pt x="0" y="6831"/>
                  </a:lnTo>
                  <a:close/>
                  <a:moveTo>
                    <a:pt x="104694" y="39279"/>
                  </a:moveTo>
                  <a:lnTo>
                    <a:pt x="129730" y="39279"/>
                  </a:lnTo>
                  <a:lnTo>
                    <a:pt x="129730" y="52942"/>
                  </a:lnTo>
                  <a:lnTo>
                    <a:pt x="130299" y="52942"/>
                  </a:lnTo>
                  <a:cubicBezTo>
                    <a:pt x="135989" y="43264"/>
                    <a:pt x="143954" y="37572"/>
                    <a:pt x="158179" y="37572"/>
                  </a:cubicBezTo>
                  <a:cubicBezTo>
                    <a:pt x="178663" y="37572"/>
                    <a:pt x="186060" y="48957"/>
                    <a:pt x="186060" y="68881"/>
                  </a:cubicBezTo>
                  <a:lnTo>
                    <a:pt x="186060" y="124670"/>
                  </a:lnTo>
                  <a:lnTo>
                    <a:pt x="161024" y="124670"/>
                  </a:lnTo>
                  <a:lnTo>
                    <a:pt x="161024" y="75713"/>
                  </a:lnTo>
                  <a:cubicBezTo>
                    <a:pt x="161024" y="64896"/>
                    <a:pt x="157610" y="59204"/>
                    <a:pt x="147368" y="59204"/>
                  </a:cubicBezTo>
                  <a:cubicBezTo>
                    <a:pt x="136558" y="59204"/>
                    <a:pt x="129730" y="66604"/>
                    <a:pt x="129730" y="77420"/>
                  </a:cubicBezTo>
                  <a:lnTo>
                    <a:pt x="129730" y="124670"/>
                  </a:lnTo>
                  <a:lnTo>
                    <a:pt x="104694" y="124670"/>
                  </a:lnTo>
                  <a:lnTo>
                    <a:pt x="104694" y="39279"/>
                  </a:lnTo>
                  <a:close/>
                  <a:moveTo>
                    <a:pt x="287340" y="39279"/>
                  </a:moveTo>
                  <a:lnTo>
                    <a:pt x="287340" y="58065"/>
                  </a:lnTo>
                  <a:lnTo>
                    <a:pt x="271408" y="58065"/>
                  </a:lnTo>
                  <a:cubicBezTo>
                    <a:pt x="273115" y="61481"/>
                    <a:pt x="273684" y="65466"/>
                    <a:pt x="273684" y="69451"/>
                  </a:cubicBezTo>
                  <a:cubicBezTo>
                    <a:pt x="273684" y="87667"/>
                    <a:pt x="261166" y="100760"/>
                    <a:pt x="239545" y="100760"/>
                  </a:cubicBezTo>
                  <a:cubicBezTo>
                    <a:pt x="234424" y="100760"/>
                    <a:pt x="229303" y="100191"/>
                    <a:pt x="225320" y="98483"/>
                  </a:cubicBezTo>
                  <a:cubicBezTo>
                    <a:pt x="223613" y="100191"/>
                    <a:pt x="223044" y="101899"/>
                    <a:pt x="223044" y="103607"/>
                  </a:cubicBezTo>
                  <a:cubicBezTo>
                    <a:pt x="223044" y="114992"/>
                    <a:pt x="285064" y="95068"/>
                    <a:pt x="285064" y="130932"/>
                  </a:cubicBezTo>
                  <a:cubicBezTo>
                    <a:pt x="285064" y="145163"/>
                    <a:pt x="276529" y="157118"/>
                    <a:pt x="240114" y="157118"/>
                  </a:cubicBezTo>
                  <a:cubicBezTo>
                    <a:pt x="208819" y="157118"/>
                    <a:pt x="198578" y="149717"/>
                    <a:pt x="198578" y="137763"/>
                  </a:cubicBezTo>
                  <a:cubicBezTo>
                    <a:pt x="198578" y="131501"/>
                    <a:pt x="201991" y="126377"/>
                    <a:pt x="207681" y="122962"/>
                  </a:cubicBezTo>
                  <a:cubicBezTo>
                    <a:pt x="203129" y="120115"/>
                    <a:pt x="200284" y="116131"/>
                    <a:pt x="200284" y="109869"/>
                  </a:cubicBezTo>
                  <a:cubicBezTo>
                    <a:pt x="200284" y="102468"/>
                    <a:pt x="203698" y="96206"/>
                    <a:pt x="212802" y="91652"/>
                  </a:cubicBezTo>
                  <a:cubicBezTo>
                    <a:pt x="207112" y="85959"/>
                    <a:pt x="204267" y="78559"/>
                    <a:pt x="204267" y="69451"/>
                  </a:cubicBezTo>
                  <a:cubicBezTo>
                    <a:pt x="204267" y="50665"/>
                    <a:pt x="216785" y="38141"/>
                    <a:pt x="238976" y="38141"/>
                  </a:cubicBezTo>
                  <a:cubicBezTo>
                    <a:pt x="243528" y="38141"/>
                    <a:pt x="247511" y="38710"/>
                    <a:pt x="251494" y="39849"/>
                  </a:cubicBezTo>
                  <a:lnTo>
                    <a:pt x="287340" y="39849"/>
                  </a:lnTo>
                  <a:close/>
                  <a:moveTo>
                    <a:pt x="222475" y="127516"/>
                  </a:moveTo>
                  <a:cubicBezTo>
                    <a:pt x="219630" y="129793"/>
                    <a:pt x="219061" y="132070"/>
                    <a:pt x="219061" y="133778"/>
                  </a:cubicBezTo>
                  <a:cubicBezTo>
                    <a:pt x="219061" y="138901"/>
                    <a:pt x="223044" y="141748"/>
                    <a:pt x="241821" y="141748"/>
                  </a:cubicBezTo>
                  <a:cubicBezTo>
                    <a:pt x="257183" y="141748"/>
                    <a:pt x="261735" y="137193"/>
                    <a:pt x="261735" y="133778"/>
                  </a:cubicBezTo>
                  <a:cubicBezTo>
                    <a:pt x="261735" y="125808"/>
                    <a:pt x="239545" y="129793"/>
                    <a:pt x="222475" y="127516"/>
                  </a:cubicBezTo>
                  <a:close/>
                  <a:moveTo>
                    <a:pt x="251494" y="69451"/>
                  </a:moveTo>
                  <a:cubicBezTo>
                    <a:pt x="251494" y="59773"/>
                    <a:pt x="248080" y="54080"/>
                    <a:pt x="239545" y="54080"/>
                  </a:cubicBezTo>
                  <a:cubicBezTo>
                    <a:pt x="231010" y="54080"/>
                    <a:pt x="227596" y="59773"/>
                    <a:pt x="227596" y="69451"/>
                  </a:cubicBezTo>
                  <a:cubicBezTo>
                    <a:pt x="227596" y="79128"/>
                    <a:pt x="231010" y="84821"/>
                    <a:pt x="239545" y="84821"/>
                  </a:cubicBezTo>
                  <a:cubicBezTo>
                    <a:pt x="247511" y="84821"/>
                    <a:pt x="251494" y="79128"/>
                    <a:pt x="251494" y="69451"/>
                  </a:cubicBezTo>
                  <a:close/>
                  <a:moveTo>
                    <a:pt x="299858" y="14232"/>
                  </a:moveTo>
                  <a:cubicBezTo>
                    <a:pt x="299858" y="5693"/>
                    <a:pt x="304979" y="0"/>
                    <a:pt x="314082" y="0"/>
                  </a:cubicBezTo>
                  <a:cubicBezTo>
                    <a:pt x="322617" y="0"/>
                    <a:pt x="328876" y="5693"/>
                    <a:pt x="328876" y="14232"/>
                  </a:cubicBezTo>
                  <a:cubicBezTo>
                    <a:pt x="328876" y="22771"/>
                    <a:pt x="323186" y="28463"/>
                    <a:pt x="314082" y="28463"/>
                  </a:cubicBezTo>
                  <a:cubicBezTo>
                    <a:pt x="304979" y="28463"/>
                    <a:pt x="299858" y="22771"/>
                    <a:pt x="299858" y="14232"/>
                  </a:cubicBezTo>
                  <a:close/>
                  <a:moveTo>
                    <a:pt x="301565" y="39279"/>
                  </a:moveTo>
                  <a:lnTo>
                    <a:pt x="326600" y="39279"/>
                  </a:lnTo>
                  <a:lnTo>
                    <a:pt x="326600" y="124670"/>
                  </a:lnTo>
                  <a:lnTo>
                    <a:pt x="301565" y="124670"/>
                  </a:lnTo>
                  <a:lnTo>
                    <a:pt x="301565" y="39279"/>
                  </a:lnTo>
                  <a:close/>
                  <a:moveTo>
                    <a:pt x="347653" y="39279"/>
                  </a:moveTo>
                  <a:lnTo>
                    <a:pt x="372688" y="39279"/>
                  </a:lnTo>
                  <a:lnTo>
                    <a:pt x="372688" y="52942"/>
                  </a:lnTo>
                  <a:lnTo>
                    <a:pt x="373258" y="52942"/>
                  </a:lnTo>
                  <a:cubicBezTo>
                    <a:pt x="378947" y="43264"/>
                    <a:pt x="386913" y="37572"/>
                    <a:pt x="401138" y="37572"/>
                  </a:cubicBezTo>
                  <a:cubicBezTo>
                    <a:pt x="421622" y="37572"/>
                    <a:pt x="429018" y="48957"/>
                    <a:pt x="429018" y="68881"/>
                  </a:cubicBezTo>
                  <a:lnTo>
                    <a:pt x="429018" y="124670"/>
                  </a:lnTo>
                  <a:lnTo>
                    <a:pt x="403983" y="124670"/>
                  </a:lnTo>
                  <a:lnTo>
                    <a:pt x="403983" y="75713"/>
                  </a:lnTo>
                  <a:cubicBezTo>
                    <a:pt x="403983" y="64896"/>
                    <a:pt x="400569" y="59204"/>
                    <a:pt x="390327" y="59204"/>
                  </a:cubicBezTo>
                  <a:cubicBezTo>
                    <a:pt x="379516" y="59204"/>
                    <a:pt x="372688" y="66604"/>
                    <a:pt x="372688" y="77420"/>
                  </a:cubicBezTo>
                  <a:lnTo>
                    <a:pt x="372688" y="124670"/>
                  </a:lnTo>
                  <a:lnTo>
                    <a:pt x="347653" y="124670"/>
                  </a:lnTo>
                  <a:lnTo>
                    <a:pt x="347653" y="39279"/>
                  </a:lnTo>
                  <a:close/>
                  <a:moveTo>
                    <a:pt x="526316" y="93360"/>
                  </a:moveTo>
                  <a:cubicBezTo>
                    <a:pt x="525178" y="111007"/>
                    <a:pt x="512660" y="126377"/>
                    <a:pt x="487055" y="126377"/>
                  </a:cubicBezTo>
                  <a:cubicBezTo>
                    <a:pt x="457468" y="126377"/>
                    <a:pt x="445519" y="108730"/>
                    <a:pt x="445519" y="81975"/>
                  </a:cubicBezTo>
                  <a:cubicBezTo>
                    <a:pt x="445519" y="55219"/>
                    <a:pt x="459744" y="37572"/>
                    <a:pt x="487624" y="37572"/>
                  </a:cubicBezTo>
                  <a:cubicBezTo>
                    <a:pt x="515505" y="37572"/>
                    <a:pt x="526316" y="54650"/>
                    <a:pt x="526316" y="83113"/>
                  </a:cubicBezTo>
                  <a:lnTo>
                    <a:pt x="526316" y="86529"/>
                  </a:lnTo>
                  <a:lnTo>
                    <a:pt x="470555" y="86529"/>
                  </a:lnTo>
                  <a:cubicBezTo>
                    <a:pt x="471123" y="99622"/>
                    <a:pt x="475676" y="107022"/>
                    <a:pt x="486486" y="107022"/>
                  </a:cubicBezTo>
                  <a:cubicBezTo>
                    <a:pt x="496159" y="107022"/>
                    <a:pt x="501280" y="100760"/>
                    <a:pt x="501280" y="93360"/>
                  </a:cubicBezTo>
                  <a:lnTo>
                    <a:pt x="526316" y="93360"/>
                  </a:lnTo>
                  <a:close/>
                  <a:moveTo>
                    <a:pt x="501280" y="72866"/>
                  </a:moveTo>
                  <a:cubicBezTo>
                    <a:pt x="500711" y="64327"/>
                    <a:pt x="496728" y="56357"/>
                    <a:pt x="486486" y="56357"/>
                  </a:cubicBezTo>
                  <a:cubicBezTo>
                    <a:pt x="476813" y="56357"/>
                    <a:pt x="472262" y="62050"/>
                    <a:pt x="471123" y="72866"/>
                  </a:cubicBezTo>
                  <a:lnTo>
                    <a:pt x="501280" y="72866"/>
                  </a:lnTo>
                  <a:close/>
                  <a:moveTo>
                    <a:pt x="619630" y="93360"/>
                  </a:moveTo>
                  <a:cubicBezTo>
                    <a:pt x="618492" y="111007"/>
                    <a:pt x="605974" y="126377"/>
                    <a:pt x="580370" y="126377"/>
                  </a:cubicBezTo>
                  <a:cubicBezTo>
                    <a:pt x="550782" y="126377"/>
                    <a:pt x="538833" y="108730"/>
                    <a:pt x="538833" y="81975"/>
                  </a:cubicBezTo>
                  <a:cubicBezTo>
                    <a:pt x="538833" y="55219"/>
                    <a:pt x="553058" y="37572"/>
                    <a:pt x="580939" y="37572"/>
                  </a:cubicBezTo>
                  <a:cubicBezTo>
                    <a:pt x="608819" y="37572"/>
                    <a:pt x="619630" y="54650"/>
                    <a:pt x="619630" y="83113"/>
                  </a:cubicBezTo>
                  <a:lnTo>
                    <a:pt x="619630" y="86529"/>
                  </a:lnTo>
                  <a:lnTo>
                    <a:pt x="564438" y="86529"/>
                  </a:lnTo>
                  <a:cubicBezTo>
                    <a:pt x="565007" y="99622"/>
                    <a:pt x="569559" y="107022"/>
                    <a:pt x="580370" y="107022"/>
                  </a:cubicBezTo>
                  <a:cubicBezTo>
                    <a:pt x="590042" y="107022"/>
                    <a:pt x="595164" y="100760"/>
                    <a:pt x="595164" y="93360"/>
                  </a:cubicBezTo>
                  <a:lnTo>
                    <a:pt x="619630" y="93360"/>
                  </a:lnTo>
                  <a:close/>
                  <a:moveTo>
                    <a:pt x="594594" y="72866"/>
                  </a:moveTo>
                  <a:cubicBezTo>
                    <a:pt x="594025" y="64327"/>
                    <a:pt x="590042" y="56357"/>
                    <a:pt x="579801" y="56357"/>
                  </a:cubicBezTo>
                  <a:cubicBezTo>
                    <a:pt x="570128" y="56357"/>
                    <a:pt x="565576" y="62050"/>
                    <a:pt x="564438" y="72866"/>
                  </a:cubicBezTo>
                  <a:lnTo>
                    <a:pt x="594594" y="72866"/>
                  </a:lnTo>
                  <a:close/>
                  <a:moveTo>
                    <a:pt x="636700" y="39279"/>
                  </a:moveTo>
                  <a:lnTo>
                    <a:pt x="661735" y="39279"/>
                  </a:lnTo>
                  <a:lnTo>
                    <a:pt x="661735" y="52942"/>
                  </a:lnTo>
                  <a:lnTo>
                    <a:pt x="662304" y="52942"/>
                  </a:lnTo>
                  <a:cubicBezTo>
                    <a:pt x="667994" y="43264"/>
                    <a:pt x="675391" y="37572"/>
                    <a:pt x="683926" y="37572"/>
                  </a:cubicBezTo>
                  <a:cubicBezTo>
                    <a:pt x="686202" y="37572"/>
                    <a:pt x="688478" y="38141"/>
                    <a:pt x="691323" y="38710"/>
                  </a:cubicBezTo>
                  <a:lnTo>
                    <a:pt x="691323" y="64896"/>
                  </a:lnTo>
                  <a:cubicBezTo>
                    <a:pt x="688478" y="63758"/>
                    <a:pt x="685064" y="63189"/>
                    <a:pt x="680512" y="63189"/>
                  </a:cubicBezTo>
                  <a:cubicBezTo>
                    <a:pt x="669701" y="63189"/>
                    <a:pt x="662304" y="70020"/>
                    <a:pt x="662304" y="81975"/>
                  </a:cubicBezTo>
                  <a:lnTo>
                    <a:pt x="662304" y="124670"/>
                  </a:lnTo>
                  <a:lnTo>
                    <a:pt x="637269" y="124670"/>
                  </a:lnTo>
                  <a:lnTo>
                    <a:pt x="637269" y="39279"/>
                  </a:lnTo>
                  <a:close/>
                  <a:moveTo>
                    <a:pt x="702702" y="14232"/>
                  </a:moveTo>
                  <a:cubicBezTo>
                    <a:pt x="702702" y="5693"/>
                    <a:pt x="707823" y="0"/>
                    <a:pt x="716927" y="0"/>
                  </a:cubicBezTo>
                  <a:cubicBezTo>
                    <a:pt x="725462" y="0"/>
                    <a:pt x="731721" y="5693"/>
                    <a:pt x="731721" y="14232"/>
                  </a:cubicBezTo>
                  <a:cubicBezTo>
                    <a:pt x="731721" y="22771"/>
                    <a:pt x="726031" y="28463"/>
                    <a:pt x="716927" y="28463"/>
                  </a:cubicBezTo>
                  <a:cubicBezTo>
                    <a:pt x="707823" y="28463"/>
                    <a:pt x="702702" y="22771"/>
                    <a:pt x="702702" y="14232"/>
                  </a:cubicBezTo>
                  <a:close/>
                  <a:moveTo>
                    <a:pt x="704409" y="39279"/>
                  </a:moveTo>
                  <a:lnTo>
                    <a:pt x="729445" y="39279"/>
                  </a:lnTo>
                  <a:lnTo>
                    <a:pt x="729445" y="124670"/>
                  </a:lnTo>
                  <a:lnTo>
                    <a:pt x="704409" y="124670"/>
                  </a:lnTo>
                  <a:lnTo>
                    <a:pt x="704409" y="39279"/>
                  </a:lnTo>
                  <a:close/>
                  <a:moveTo>
                    <a:pt x="750498" y="39279"/>
                  </a:moveTo>
                  <a:lnTo>
                    <a:pt x="775533" y="39279"/>
                  </a:lnTo>
                  <a:lnTo>
                    <a:pt x="775533" y="52942"/>
                  </a:lnTo>
                  <a:lnTo>
                    <a:pt x="776102" y="52942"/>
                  </a:lnTo>
                  <a:cubicBezTo>
                    <a:pt x="781792" y="43264"/>
                    <a:pt x="789758" y="37572"/>
                    <a:pt x="803982" y="37572"/>
                  </a:cubicBezTo>
                  <a:cubicBezTo>
                    <a:pt x="824466" y="37572"/>
                    <a:pt x="831863" y="48957"/>
                    <a:pt x="831863" y="68881"/>
                  </a:cubicBezTo>
                  <a:lnTo>
                    <a:pt x="831863" y="124670"/>
                  </a:lnTo>
                  <a:lnTo>
                    <a:pt x="806827" y="124670"/>
                  </a:lnTo>
                  <a:lnTo>
                    <a:pt x="806827" y="75713"/>
                  </a:lnTo>
                  <a:cubicBezTo>
                    <a:pt x="806827" y="64896"/>
                    <a:pt x="803414" y="59204"/>
                    <a:pt x="793172" y="59204"/>
                  </a:cubicBezTo>
                  <a:cubicBezTo>
                    <a:pt x="782361" y="59204"/>
                    <a:pt x="775533" y="66604"/>
                    <a:pt x="775533" y="77420"/>
                  </a:cubicBezTo>
                  <a:lnTo>
                    <a:pt x="775533" y="124670"/>
                  </a:lnTo>
                  <a:lnTo>
                    <a:pt x="750498" y="124670"/>
                  </a:lnTo>
                  <a:lnTo>
                    <a:pt x="750498" y="39279"/>
                  </a:lnTo>
                  <a:close/>
                  <a:moveTo>
                    <a:pt x="932574" y="39279"/>
                  </a:moveTo>
                  <a:lnTo>
                    <a:pt x="932574" y="58065"/>
                  </a:lnTo>
                  <a:lnTo>
                    <a:pt x="917212" y="58065"/>
                  </a:lnTo>
                  <a:cubicBezTo>
                    <a:pt x="918918" y="61481"/>
                    <a:pt x="919488" y="65466"/>
                    <a:pt x="919488" y="69451"/>
                  </a:cubicBezTo>
                  <a:cubicBezTo>
                    <a:pt x="919488" y="87667"/>
                    <a:pt x="906970" y="100760"/>
                    <a:pt x="885348" y="100760"/>
                  </a:cubicBezTo>
                  <a:cubicBezTo>
                    <a:pt x="880227" y="100760"/>
                    <a:pt x="875106" y="100191"/>
                    <a:pt x="871124" y="98483"/>
                  </a:cubicBezTo>
                  <a:cubicBezTo>
                    <a:pt x="869416" y="100191"/>
                    <a:pt x="868847" y="101899"/>
                    <a:pt x="868847" y="103607"/>
                  </a:cubicBezTo>
                  <a:cubicBezTo>
                    <a:pt x="868847" y="114992"/>
                    <a:pt x="930867" y="95068"/>
                    <a:pt x="930867" y="130932"/>
                  </a:cubicBezTo>
                  <a:cubicBezTo>
                    <a:pt x="930867" y="145163"/>
                    <a:pt x="922333" y="157118"/>
                    <a:pt x="885917" y="157118"/>
                  </a:cubicBezTo>
                  <a:cubicBezTo>
                    <a:pt x="854623" y="157118"/>
                    <a:pt x="844381" y="149717"/>
                    <a:pt x="844381" y="137763"/>
                  </a:cubicBezTo>
                  <a:cubicBezTo>
                    <a:pt x="844381" y="131501"/>
                    <a:pt x="847795" y="126377"/>
                    <a:pt x="853485" y="122962"/>
                  </a:cubicBezTo>
                  <a:cubicBezTo>
                    <a:pt x="848933" y="120115"/>
                    <a:pt x="846088" y="116131"/>
                    <a:pt x="846088" y="109869"/>
                  </a:cubicBezTo>
                  <a:cubicBezTo>
                    <a:pt x="846088" y="102468"/>
                    <a:pt x="849502" y="96206"/>
                    <a:pt x="858606" y="91652"/>
                  </a:cubicBezTo>
                  <a:cubicBezTo>
                    <a:pt x="852916" y="85959"/>
                    <a:pt x="850071" y="78559"/>
                    <a:pt x="850071" y="69451"/>
                  </a:cubicBezTo>
                  <a:cubicBezTo>
                    <a:pt x="850071" y="50665"/>
                    <a:pt x="862589" y="38141"/>
                    <a:pt x="884779" y="38141"/>
                  </a:cubicBezTo>
                  <a:cubicBezTo>
                    <a:pt x="889331" y="38141"/>
                    <a:pt x="893314" y="38710"/>
                    <a:pt x="897297" y="39849"/>
                  </a:cubicBezTo>
                  <a:lnTo>
                    <a:pt x="932574" y="39849"/>
                  </a:lnTo>
                  <a:close/>
                  <a:moveTo>
                    <a:pt x="867709" y="127516"/>
                  </a:moveTo>
                  <a:cubicBezTo>
                    <a:pt x="864864" y="129793"/>
                    <a:pt x="864296" y="132070"/>
                    <a:pt x="864296" y="133778"/>
                  </a:cubicBezTo>
                  <a:cubicBezTo>
                    <a:pt x="864296" y="138901"/>
                    <a:pt x="868279" y="141748"/>
                    <a:pt x="887055" y="141748"/>
                  </a:cubicBezTo>
                  <a:cubicBezTo>
                    <a:pt x="902418" y="141748"/>
                    <a:pt x="906970" y="137193"/>
                    <a:pt x="906970" y="133778"/>
                  </a:cubicBezTo>
                  <a:cubicBezTo>
                    <a:pt x="907539" y="125808"/>
                    <a:pt x="885348" y="129793"/>
                    <a:pt x="867709" y="127516"/>
                  </a:cubicBezTo>
                  <a:close/>
                  <a:moveTo>
                    <a:pt x="896728" y="69451"/>
                  </a:moveTo>
                  <a:cubicBezTo>
                    <a:pt x="896728" y="59773"/>
                    <a:pt x="893314" y="54080"/>
                    <a:pt x="884779" y="54080"/>
                  </a:cubicBezTo>
                  <a:cubicBezTo>
                    <a:pt x="876244" y="54080"/>
                    <a:pt x="872830" y="59773"/>
                    <a:pt x="872830" y="69451"/>
                  </a:cubicBezTo>
                  <a:cubicBezTo>
                    <a:pt x="872830" y="79128"/>
                    <a:pt x="876244" y="84821"/>
                    <a:pt x="884779" y="84821"/>
                  </a:cubicBezTo>
                  <a:cubicBezTo>
                    <a:pt x="893314" y="84821"/>
                    <a:pt x="896728" y="79128"/>
                    <a:pt x="896728" y="69451"/>
                  </a:cubicBezTo>
                  <a:close/>
                  <a:moveTo>
                    <a:pt x="569" y="159964"/>
                  </a:moveTo>
                  <a:lnTo>
                    <a:pt x="82504" y="159964"/>
                  </a:lnTo>
                  <a:lnTo>
                    <a:pt x="82504" y="181596"/>
                  </a:lnTo>
                  <a:lnTo>
                    <a:pt x="27311" y="181596"/>
                  </a:lnTo>
                  <a:lnTo>
                    <a:pt x="27311" y="208921"/>
                  </a:lnTo>
                  <a:lnTo>
                    <a:pt x="79090" y="208921"/>
                  </a:lnTo>
                  <a:lnTo>
                    <a:pt x="79090" y="229984"/>
                  </a:lnTo>
                  <a:lnTo>
                    <a:pt x="27311" y="229984"/>
                  </a:lnTo>
                  <a:lnTo>
                    <a:pt x="27311" y="277803"/>
                  </a:lnTo>
                  <a:lnTo>
                    <a:pt x="569" y="277803"/>
                  </a:lnTo>
                  <a:lnTo>
                    <a:pt x="569" y="159964"/>
                  </a:lnTo>
                  <a:close/>
                  <a:moveTo>
                    <a:pt x="99573" y="167365"/>
                  </a:moveTo>
                  <a:cubicBezTo>
                    <a:pt x="99573" y="158826"/>
                    <a:pt x="104694" y="153133"/>
                    <a:pt x="113798" y="153133"/>
                  </a:cubicBezTo>
                  <a:cubicBezTo>
                    <a:pt x="122333" y="153133"/>
                    <a:pt x="128592" y="158826"/>
                    <a:pt x="128592" y="167365"/>
                  </a:cubicBezTo>
                  <a:cubicBezTo>
                    <a:pt x="128592" y="175904"/>
                    <a:pt x="122902" y="181596"/>
                    <a:pt x="113798" y="181596"/>
                  </a:cubicBezTo>
                  <a:cubicBezTo>
                    <a:pt x="104694" y="181596"/>
                    <a:pt x="99573" y="175904"/>
                    <a:pt x="99573" y="167365"/>
                  </a:cubicBezTo>
                  <a:close/>
                  <a:moveTo>
                    <a:pt x="101280" y="192412"/>
                  </a:moveTo>
                  <a:lnTo>
                    <a:pt x="126316" y="192412"/>
                  </a:lnTo>
                  <a:lnTo>
                    <a:pt x="126316" y="277803"/>
                  </a:lnTo>
                  <a:lnTo>
                    <a:pt x="101280" y="277803"/>
                  </a:lnTo>
                  <a:lnTo>
                    <a:pt x="101280" y="192412"/>
                  </a:lnTo>
                  <a:close/>
                  <a:moveTo>
                    <a:pt x="147368" y="192412"/>
                  </a:moveTo>
                  <a:lnTo>
                    <a:pt x="172404" y="192412"/>
                  </a:lnTo>
                  <a:lnTo>
                    <a:pt x="172404" y="206075"/>
                  </a:lnTo>
                  <a:lnTo>
                    <a:pt x="172973" y="206075"/>
                  </a:lnTo>
                  <a:cubicBezTo>
                    <a:pt x="178663" y="196397"/>
                    <a:pt x="186060" y="190705"/>
                    <a:pt x="194595" y="190705"/>
                  </a:cubicBezTo>
                  <a:cubicBezTo>
                    <a:pt x="196871" y="190705"/>
                    <a:pt x="199146" y="191274"/>
                    <a:pt x="201991" y="191843"/>
                  </a:cubicBezTo>
                  <a:lnTo>
                    <a:pt x="201991" y="218029"/>
                  </a:lnTo>
                  <a:cubicBezTo>
                    <a:pt x="199146" y="216891"/>
                    <a:pt x="195733" y="216322"/>
                    <a:pt x="191181" y="216322"/>
                  </a:cubicBezTo>
                  <a:cubicBezTo>
                    <a:pt x="180370" y="216322"/>
                    <a:pt x="172973" y="223153"/>
                    <a:pt x="172973" y="235107"/>
                  </a:cubicBezTo>
                  <a:lnTo>
                    <a:pt x="172973" y="277803"/>
                  </a:lnTo>
                  <a:lnTo>
                    <a:pt x="147937" y="277803"/>
                  </a:lnTo>
                  <a:lnTo>
                    <a:pt x="147937" y="192412"/>
                  </a:lnTo>
                  <a:close/>
                  <a:moveTo>
                    <a:pt x="234993" y="249339"/>
                  </a:moveTo>
                  <a:cubicBezTo>
                    <a:pt x="235562" y="259017"/>
                    <a:pt x="242390" y="261863"/>
                    <a:pt x="250355" y="261863"/>
                  </a:cubicBezTo>
                  <a:cubicBezTo>
                    <a:pt x="258890" y="261863"/>
                    <a:pt x="262304" y="259017"/>
                    <a:pt x="262304" y="254463"/>
                  </a:cubicBezTo>
                  <a:cubicBezTo>
                    <a:pt x="262304" y="240231"/>
                    <a:pt x="213371" y="251047"/>
                    <a:pt x="213371" y="218029"/>
                  </a:cubicBezTo>
                  <a:cubicBezTo>
                    <a:pt x="213371" y="202659"/>
                    <a:pt x="224182" y="190705"/>
                    <a:pt x="248649" y="190705"/>
                  </a:cubicBezTo>
                  <a:cubicBezTo>
                    <a:pt x="272546" y="190705"/>
                    <a:pt x="285064" y="201521"/>
                    <a:pt x="285633" y="219737"/>
                  </a:cubicBezTo>
                  <a:lnTo>
                    <a:pt x="261735" y="219737"/>
                  </a:lnTo>
                  <a:cubicBezTo>
                    <a:pt x="261735" y="211767"/>
                    <a:pt x="256045" y="208352"/>
                    <a:pt x="248649" y="208352"/>
                  </a:cubicBezTo>
                  <a:cubicBezTo>
                    <a:pt x="240683" y="208352"/>
                    <a:pt x="238407" y="212337"/>
                    <a:pt x="238407" y="215183"/>
                  </a:cubicBezTo>
                  <a:cubicBezTo>
                    <a:pt x="238407" y="229415"/>
                    <a:pt x="287340" y="218599"/>
                    <a:pt x="287340" y="252185"/>
                  </a:cubicBezTo>
                  <a:cubicBezTo>
                    <a:pt x="287340" y="268125"/>
                    <a:pt x="276529" y="278941"/>
                    <a:pt x="250925" y="278941"/>
                  </a:cubicBezTo>
                  <a:cubicBezTo>
                    <a:pt x="226458" y="278941"/>
                    <a:pt x="211664" y="271541"/>
                    <a:pt x="210526" y="248770"/>
                  </a:cubicBezTo>
                  <a:lnTo>
                    <a:pt x="234993" y="248770"/>
                  </a:lnTo>
                  <a:close/>
                  <a:moveTo>
                    <a:pt x="308393" y="212337"/>
                  </a:moveTo>
                  <a:lnTo>
                    <a:pt x="297013" y="212337"/>
                  </a:lnTo>
                  <a:lnTo>
                    <a:pt x="297013" y="192412"/>
                  </a:lnTo>
                  <a:lnTo>
                    <a:pt x="308393" y="192412"/>
                  </a:lnTo>
                  <a:lnTo>
                    <a:pt x="308393" y="170211"/>
                  </a:lnTo>
                  <a:lnTo>
                    <a:pt x="333428" y="170211"/>
                  </a:lnTo>
                  <a:lnTo>
                    <a:pt x="333428" y="192412"/>
                  </a:lnTo>
                  <a:lnTo>
                    <a:pt x="353343" y="192412"/>
                  </a:lnTo>
                  <a:lnTo>
                    <a:pt x="353343" y="212337"/>
                  </a:lnTo>
                  <a:lnTo>
                    <a:pt x="333428" y="212337"/>
                  </a:lnTo>
                  <a:lnTo>
                    <a:pt x="333428" y="244785"/>
                  </a:lnTo>
                  <a:cubicBezTo>
                    <a:pt x="333428" y="252755"/>
                    <a:pt x="337411" y="256170"/>
                    <a:pt x="346515" y="256170"/>
                  </a:cubicBezTo>
                  <a:cubicBezTo>
                    <a:pt x="348791" y="256170"/>
                    <a:pt x="351067" y="256170"/>
                    <a:pt x="355050" y="255601"/>
                  </a:cubicBezTo>
                  <a:lnTo>
                    <a:pt x="355050" y="277803"/>
                  </a:lnTo>
                  <a:cubicBezTo>
                    <a:pt x="351636" y="278372"/>
                    <a:pt x="347084" y="279510"/>
                    <a:pt x="341963" y="279510"/>
                  </a:cubicBezTo>
                  <a:cubicBezTo>
                    <a:pt x="319772" y="279510"/>
                    <a:pt x="308393" y="269833"/>
                    <a:pt x="308393" y="245354"/>
                  </a:cubicBezTo>
                  <a:lnTo>
                    <a:pt x="308393" y="212337"/>
                  </a:lnTo>
                  <a:close/>
                </a:path>
              </a:pathLst>
            </a:custGeom>
            <a:solidFill>
              <a:srgbClr val="8583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3"/>
            <p:cNvSpPr/>
            <p:nvPr/>
          </p:nvSpPr>
          <p:spPr>
            <a:xfrm>
              <a:off x="3487075" y="6411984"/>
              <a:ext cx="1250639" cy="290924"/>
            </a:xfrm>
            <a:custGeom>
              <a:rect b="b" l="l" r="r" t="t"/>
              <a:pathLst>
                <a:path extrusionOk="0" h="290924" w="1250639">
                  <a:moveTo>
                    <a:pt x="1063442" y="223153"/>
                  </a:moveTo>
                  <a:cubicBezTo>
                    <a:pt x="1063442" y="173057"/>
                    <a:pt x="1104409" y="149717"/>
                    <a:pt x="1155049" y="149717"/>
                  </a:cubicBezTo>
                  <a:cubicBezTo>
                    <a:pt x="1166429" y="149717"/>
                    <a:pt x="1177240" y="151425"/>
                    <a:pt x="1188051" y="154272"/>
                  </a:cubicBezTo>
                  <a:lnTo>
                    <a:pt x="1188620" y="154272"/>
                  </a:lnTo>
                  <a:cubicBezTo>
                    <a:pt x="1189188" y="154272"/>
                    <a:pt x="1189758" y="154272"/>
                    <a:pt x="1190327" y="154841"/>
                  </a:cubicBezTo>
                  <a:cubicBezTo>
                    <a:pt x="1190896" y="155410"/>
                    <a:pt x="1191465" y="154841"/>
                    <a:pt x="1192033" y="155410"/>
                  </a:cubicBezTo>
                  <a:cubicBezTo>
                    <a:pt x="1192603" y="155410"/>
                    <a:pt x="1192603" y="155410"/>
                    <a:pt x="1193171" y="155410"/>
                  </a:cubicBezTo>
                  <a:cubicBezTo>
                    <a:pt x="1193741" y="155410"/>
                    <a:pt x="1194310" y="155410"/>
                    <a:pt x="1194310" y="155979"/>
                  </a:cubicBezTo>
                  <a:cubicBezTo>
                    <a:pt x="1196016" y="156549"/>
                    <a:pt x="1198293" y="157118"/>
                    <a:pt x="1199431" y="157687"/>
                  </a:cubicBezTo>
                  <a:lnTo>
                    <a:pt x="1199431" y="157687"/>
                  </a:lnTo>
                  <a:cubicBezTo>
                    <a:pt x="1200568" y="158256"/>
                    <a:pt x="1201706" y="158256"/>
                    <a:pt x="1202276" y="158826"/>
                  </a:cubicBezTo>
                  <a:lnTo>
                    <a:pt x="1202276" y="146871"/>
                  </a:lnTo>
                  <a:cubicBezTo>
                    <a:pt x="1202276" y="124100"/>
                    <a:pt x="1183499" y="105884"/>
                    <a:pt x="1156187" y="106453"/>
                  </a:cubicBezTo>
                  <a:cubicBezTo>
                    <a:pt x="1133997" y="106453"/>
                    <a:pt x="1114082" y="118977"/>
                    <a:pt x="1103840" y="138332"/>
                  </a:cubicBezTo>
                  <a:lnTo>
                    <a:pt x="1069701" y="105884"/>
                  </a:lnTo>
                  <a:cubicBezTo>
                    <a:pt x="1087340" y="75143"/>
                    <a:pt x="1123186" y="60342"/>
                    <a:pt x="1156756" y="60342"/>
                  </a:cubicBezTo>
                  <a:cubicBezTo>
                    <a:pt x="1211379" y="60342"/>
                    <a:pt x="1250640" y="87098"/>
                    <a:pt x="1250640" y="143455"/>
                  </a:cubicBezTo>
                  <a:lnTo>
                    <a:pt x="1250640" y="285772"/>
                  </a:lnTo>
                  <a:lnTo>
                    <a:pt x="1202276" y="285772"/>
                  </a:lnTo>
                  <a:lnTo>
                    <a:pt x="1202276" y="266986"/>
                  </a:lnTo>
                  <a:cubicBezTo>
                    <a:pt x="1201706" y="267556"/>
                    <a:pt x="1201137" y="268125"/>
                    <a:pt x="1199999" y="268694"/>
                  </a:cubicBezTo>
                  <a:cubicBezTo>
                    <a:pt x="1182361" y="283495"/>
                    <a:pt x="1160170" y="291465"/>
                    <a:pt x="1137411" y="290896"/>
                  </a:cubicBezTo>
                  <a:cubicBezTo>
                    <a:pt x="1097012" y="290326"/>
                    <a:pt x="1063442" y="265848"/>
                    <a:pt x="1063442" y="223153"/>
                  </a:cubicBezTo>
                  <a:close/>
                  <a:moveTo>
                    <a:pt x="1111237" y="219737"/>
                  </a:moveTo>
                  <a:cubicBezTo>
                    <a:pt x="1111237" y="234538"/>
                    <a:pt x="1122617" y="247062"/>
                    <a:pt x="1146514" y="247062"/>
                  </a:cubicBezTo>
                  <a:cubicBezTo>
                    <a:pt x="1166429" y="247062"/>
                    <a:pt x="1186344" y="240231"/>
                    <a:pt x="1201706" y="227138"/>
                  </a:cubicBezTo>
                  <a:lnTo>
                    <a:pt x="1201706" y="200382"/>
                  </a:lnTo>
                  <a:cubicBezTo>
                    <a:pt x="1186344" y="194120"/>
                    <a:pt x="1169843" y="190705"/>
                    <a:pt x="1152773" y="190705"/>
                  </a:cubicBezTo>
                  <a:cubicBezTo>
                    <a:pt x="1128307" y="190705"/>
                    <a:pt x="1111237" y="200951"/>
                    <a:pt x="1111237" y="219737"/>
                  </a:cubicBezTo>
                  <a:lnTo>
                    <a:pt x="1111237" y="219737"/>
                  </a:lnTo>
                  <a:close/>
                  <a:moveTo>
                    <a:pt x="862589" y="247631"/>
                  </a:moveTo>
                  <a:lnTo>
                    <a:pt x="894452" y="214614"/>
                  </a:lnTo>
                  <a:cubicBezTo>
                    <a:pt x="909246" y="235107"/>
                    <a:pt x="932574" y="247062"/>
                    <a:pt x="958179" y="246493"/>
                  </a:cubicBezTo>
                  <a:cubicBezTo>
                    <a:pt x="984921" y="246493"/>
                    <a:pt x="992318" y="234538"/>
                    <a:pt x="992318" y="223722"/>
                  </a:cubicBezTo>
                  <a:cubicBezTo>
                    <a:pt x="992318" y="215752"/>
                    <a:pt x="988335" y="209490"/>
                    <a:pt x="976386" y="204936"/>
                  </a:cubicBezTo>
                  <a:cubicBezTo>
                    <a:pt x="973542" y="203798"/>
                    <a:pt x="970127" y="202659"/>
                    <a:pt x="966714" y="202090"/>
                  </a:cubicBezTo>
                  <a:lnTo>
                    <a:pt x="937695" y="194689"/>
                  </a:lnTo>
                  <a:cubicBezTo>
                    <a:pt x="896728" y="184443"/>
                    <a:pt x="871123" y="163380"/>
                    <a:pt x="871123" y="125239"/>
                  </a:cubicBezTo>
                  <a:cubicBezTo>
                    <a:pt x="871123" y="84252"/>
                    <a:pt x="905263" y="59773"/>
                    <a:pt x="951351" y="59773"/>
                  </a:cubicBezTo>
                  <a:cubicBezTo>
                    <a:pt x="988335" y="59773"/>
                    <a:pt x="1013371" y="75713"/>
                    <a:pt x="1033285" y="96775"/>
                  </a:cubicBezTo>
                  <a:lnTo>
                    <a:pt x="1001422" y="131501"/>
                  </a:lnTo>
                  <a:cubicBezTo>
                    <a:pt x="989473" y="114423"/>
                    <a:pt x="970127" y="104176"/>
                    <a:pt x="949644" y="103607"/>
                  </a:cubicBezTo>
                  <a:cubicBezTo>
                    <a:pt x="930867" y="103607"/>
                    <a:pt x="919488" y="113284"/>
                    <a:pt x="919488" y="124100"/>
                  </a:cubicBezTo>
                  <a:cubicBezTo>
                    <a:pt x="919488" y="133778"/>
                    <a:pt x="926884" y="140040"/>
                    <a:pt x="936557" y="143455"/>
                  </a:cubicBezTo>
                  <a:cubicBezTo>
                    <a:pt x="938264" y="144025"/>
                    <a:pt x="939402" y="144594"/>
                    <a:pt x="941109" y="144594"/>
                  </a:cubicBezTo>
                  <a:lnTo>
                    <a:pt x="975817" y="152564"/>
                  </a:lnTo>
                  <a:cubicBezTo>
                    <a:pt x="1013371" y="161672"/>
                    <a:pt x="1041251" y="182735"/>
                    <a:pt x="1041251" y="221445"/>
                  </a:cubicBezTo>
                  <a:cubicBezTo>
                    <a:pt x="1041251" y="259586"/>
                    <a:pt x="1011664" y="289757"/>
                    <a:pt x="953627" y="289757"/>
                  </a:cubicBezTo>
                  <a:cubicBezTo>
                    <a:pt x="908108" y="290326"/>
                    <a:pt x="879658" y="269264"/>
                    <a:pt x="862589" y="247631"/>
                  </a:cubicBezTo>
                  <a:lnTo>
                    <a:pt x="862589" y="247631"/>
                  </a:lnTo>
                  <a:close/>
                  <a:moveTo>
                    <a:pt x="649786" y="193551"/>
                  </a:moveTo>
                  <a:lnTo>
                    <a:pt x="649786" y="66035"/>
                  </a:lnTo>
                  <a:lnTo>
                    <a:pt x="700995" y="66035"/>
                  </a:lnTo>
                  <a:lnTo>
                    <a:pt x="700995" y="197536"/>
                  </a:lnTo>
                  <a:cubicBezTo>
                    <a:pt x="700995" y="225999"/>
                    <a:pt x="715789" y="245354"/>
                    <a:pt x="741963" y="245354"/>
                  </a:cubicBezTo>
                  <a:cubicBezTo>
                    <a:pt x="768136" y="245354"/>
                    <a:pt x="782930" y="226568"/>
                    <a:pt x="782930" y="197536"/>
                  </a:cubicBezTo>
                  <a:lnTo>
                    <a:pt x="782930" y="66035"/>
                  </a:lnTo>
                  <a:lnTo>
                    <a:pt x="834139" y="66035"/>
                  </a:lnTo>
                  <a:lnTo>
                    <a:pt x="834139" y="193551"/>
                  </a:lnTo>
                  <a:cubicBezTo>
                    <a:pt x="834139" y="255601"/>
                    <a:pt x="790327" y="290326"/>
                    <a:pt x="741394" y="290326"/>
                  </a:cubicBezTo>
                  <a:cubicBezTo>
                    <a:pt x="692460" y="290326"/>
                    <a:pt x="650355" y="255601"/>
                    <a:pt x="649786" y="193551"/>
                  </a:cubicBezTo>
                  <a:lnTo>
                    <a:pt x="649786" y="193551"/>
                  </a:lnTo>
                  <a:close/>
                  <a:moveTo>
                    <a:pt x="514367" y="207783"/>
                  </a:moveTo>
                  <a:lnTo>
                    <a:pt x="514367" y="111576"/>
                  </a:lnTo>
                  <a:lnTo>
                    <a:pt x="481934" y="111576"/>
                  </a:lnTo>
                  <a:lnTo>
                    <a:pt x="481934" y="66035"/>
                  </a:lnTo>
                  <a:lnTo>
                    <a:pt x="514367" y="66035"/>
                  </a:lnTo>
                  <a:lnTo>
                    <a:pt x="514367" y="569"/>
                  </a:lnTo>
                  <a:lnTo>
                    <a:pt x="565007" y="569"/>
                  </a:lnTo>
                  <a:lnTo>
                    <a:pt x="565007" y="66035"/>
                  </a:lnTo>
                  <a:lnTo>
                    <a:pt x="617354" y="66035"/>
                  </a:lnTo>
                  <a:lnTo>
                    <a:pt x="617354" y="111576"/>
                  </a:lnTo>
                  <a:lnTo>
                    <a:pt x="565007" y="111576"/>
                  </a:lnTo>
                  <a:lnTo>
                    <a:pt x="565007" y="200382"/>
                  </a:lnTo>
                  <a:cubicBezTo>
                    <a:pt x="565007" y="232261"/>
                    <a:pt x="572404" y="240231"/>
                    <a:pt x="600853" y="240231"/>
                  </a:cubicBezTo>
                  <a:lnTo>
                    <a:pt x="600853" y="240231"/>
                  </a:lnTo>
                  <a:cubicBezTo>
                    <a:pt x="605405" y="240231"/>
                    <a:pt x="615647" y="239662"/>
                    <a:pt x="617354" y="239092"/>
                  </a:cubicBezTo>
                  <a:lnTo>
                    <a:pt x="617354" y="284634"/>
                  </a:lnTo>
                  <a:cubicBezTo>
                    <a:pt x="616216" y="284634"/>
                    <a:pt x="606543" y="285772"/>
                    <a:pt x="590042" y="285772"/>
                  </a:cubicBezTo>
                  <a:cubicBezTo>
                    <a:pt x="532574" y="285772"/>
                    <a:pt x="514367" y="263571"/>
                    <a:pt x="514367" y="207783"/>
                  </a:cubicBezTo>
                  <a:lnTo>
                    <a:pt x="514367" y="207783"/>
                  </a:lnTo>
                  <a:close/>
                  <a:moveTo>
                    <a:pt x="344808" y="285203"/>
                  </a:moveTo>
                  <a:lnTo>
                    <a:pt x="344808" y="144025"/>
                  </a:lnTo>
                  <a:cubicBezTo>
                    <a:pt x="344808" y="100760"/>
                    <a:pt x="380085" y="65466"/>
                    <a:pt x="423328" y="65466"/>
                  </a:cubicBezTo>
                  <a:lnTo>
                    <a:pt x="452347" y="65466"/>
                  </a:lnTo>
                  <a:lnTo>
                    <a:pt x="452347" y="111576"/>
                  </a:lnTo>
                  <a:lnTo>
                    <a:pt x="434139" y="111576"/>
                  </a:lnTo>
                  <a:cubicBezTo>
                    <a:pt x="412518" y="111576"/>
                    <a:pt x="394879" y="129224"/>
                    <a:pt x="394879" y="150856"/>
                  </a:cubicBezTo>
                  <a:lnTo>
                    <a:pt x="394879" y="150856"/>
                  </a:lnTo>
                  <a:lnTo>
                    <a:pt x="394879" y="285203"/>
                  </a:lnTo>
                  <a:lnTo>
                    <a:pt x="344808" y="285203"/>
                  </a:lnTo>
                  <a:close/>
                  <a:moveTo>
                    <a:pt x="246942" y="285203"/>
                  </a:moveTo>
                  <a:lnTo>
                    <a:pt x="246942" y="70589"/>
                  </a:lnTo>
                  <a:cubicBezTo>
                    <a:pt x="276529" y="81405"/>
                    <a:pt x="296444" y="109299"/>
                    <a:pt x="298151" y="140609"/>
                  </a:cubicBezTo>
                  <a:lnTo>
                    <a:pt x="298151" y="285203"/>
                  </a:lnTo>
                  <a:lnTo>
                    <a:pt x="246942" y="285203"/>
                  </a:lnTo>
                  <a:close/>
                  <a:moveTo>
                    <a:pt x="77951" y="285203"/>
                  </a:moveTo>
                  <a:lnTo>
                    <a:pt x="0" y="65466"/>
                  </a:lnTo>
                  <a:lnTo>
                    <a:pt x="52347" y="65466"/>
                  </a:lnTo>
                  <a:lnTo>
                    <a:pt x="105832" y="226568"/>
                  </a:lnTo>
                  <a:lnTo>
                    <a:pt x="159317" y="65466"/>
                  </a:lnTo>
                  <a:lnTo>
                    <a:pt x="211664" y="65466"/>
                  </a:lnTo>
                  <a:lnTo>
                    <a:pt x="133713" y="285203"/>
                  </a:lnTo>
                  <a:lnTo>
                    <a:pt x="77951" y="285203"/>
                  </a:lnTo>
                  <a:close/>
                  <a:moveTo>
                    <a:pt x="246942" y="0"/>
                  </a:moveTo>
                  <a:lnTo>
                    <a:pt x="297013" y="0"/>
                  </a:lnTo>
                  <a:cubicBezTo>
                    <a:pt x="292461" y="27325"/>
                    <a:pt x="273115" y="50665"/>
                    <a:pt x="246942" y="60342"/>
                  </a:cubicBezTo>
                  <a:lnTo>
                    <a:pt x="246942" y="0"/>
                  </a:lnTo>
                  <a:close/>
                </a:path>
              </a:pathLst>
            </a:custGeom>
            <a:solidFill>
              <a:srgbClr val="8583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G (gray)">
  <p:cSld name="Cover LG (gray)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4"/>
          <p:cNvSpPr/>
          <p:nvPr/>
        </p:nvSpPr>
        <p:spPr>
          <a:xfrm>
            <a:off x="10820325" y="6374407"/>
            <a:ext cx="646742" cy="193841"/>
          </a:xfrm>
          <a:custGeom>
            <a:rect b="b" l="l" r="r" t="t"/>
            <a:pathLst>
              <a:path extrusionOk="0" h="279510" w="932574">
                <a:moveTo>
                  <a:pt x="569" y="6831"/>
                </a:moveTo>
                <a:lnTo>
                  <a:pt x="84210" y="6831"/>
                </a:lnTo>
                <a:lnTo>
                  <a:pt x="84210" y="28463"/>
                </a:lnTo>
                <a:lnTo>
                  <a:pt x="27311" y="28463"/>
                </a:lnTo>
                <a:lnTo>
                  <a:pt x="27311" y="53511"/>
                </a:lnTo>
                <a:lnTo>
                  <a:pt x="80797" y="53511"/>
                </a:lnTo>
                <a:lnTo>
                  <a:pt x="80797" y="74574"/>
                </a:lnTo>
                <a:lnTo>
                  <a:pt x="27311" y="74574"/>
                </a:lnTo>
                <a:lnTo>
                  <a:pt x="27311" y="103037"/>
                </a:lnTo>
                <a:lnTo>
                  <a:pt x="85348" y="103037"/>
                </a:lnTo>
                <a:lnTo>
                  <a:pt x="85348" y="124670"/>
                </a:lnTo>
                <a:lnTo>
                  <a:pt x="0" y="124670"/>
                </a:lnTo>
                <a:lnTo>
                  <a:pt x="0" y="6831"/>
                </a:lnTo>
                <a:close/>
                <a:moveTo>
                  <a:pt x="104694" y="39279"/>
                </a:moveTo>
                <a:lnTo>
                  <a:pt x="129730" y="39279"/>
                </a:lnTo>
                <a:lnTo>
                  <a:pt x="129730" y="52942"/>
                </a:lnTo>
                <a:lnTo>
                  <a:pt x="130299" y="52942"/>
                </a:lnTo>
                <a:cubicBezTo>
                  <a:pt x="135989" y="43264"/>
                  <a:pt x="143954" y="37572"/>
                  <a:pt x="158179" y="37572"/>
                </a:cubicBezTo>
                <a:cubicBezTo>
                  <a:pt x="178663" y="37572"/>
                  <a:pt x="186060" y="48957"/>
                  <a:pt x="186060" y="68881"/>
                </a:cubicBezTo>
                <a:lnTo>
                  <a:pt x="186060" y="124670"/>
                </a:lnTo>
                <a:lnTo>
                  <a:pt x="161024" y="124670"/>
                </a:lnTo>
                <a:lnTo>
                  <a:pt x="161024" y="75713"/>
                </a:lnTo>
                <a:cubicBezTo>
                  <a:pt x="161024" y="64896"/>
                  <a:pt x="157610" y="59204"/>
                  <a:pt x="147368" y="59204"/>
                </a:cubicBezTo>
                <a:cubicBezTo>
                  <a:pt x="136558" y="59204"/>
                  <a:pt x="129730" y="66604"/>
                  <a:pt x="129730" y="77420"/>
                </a:cubicBezTo>
                <a:lnTo>
                  <a:pt x="129730" y="124670"/>
                </a:lnTo>
                <a:lnTo>
                  <a:pt x="104694" y="124670"/>
                </a:lnTo>
                <a:lnTo>
                  <a:pt x="104694" y="39279"/>
                </a:lnTo>
                <a:close/>
                <a:moveTo>
                  <a:pt x="287340" y="39279"/>
                </a:moveTo>
                <a:lnTo>
                  <a:pt x="287340" y="58065"/>
                </a:lnTo>
                <a:lnTo>
                  <a:pt x="271408" y="58065"/>
                </a:lnTo>
                <a:cubicBezTo>
                  <a:pt x="273115" y="61481"/>
                  <a:pt x="273684" y="65466"/>
                  <a:pt x="273684" y="69451"/>
                </a:cubicBezTo>
                <a:cubicBezTo>
                  <a:pt x="273684" y="87667"/>
                  <a:pt x="261166" y="100760"/>
                  <a:pt x="239545" y="100760"/>
                </a:cubicBezTo>
                <a:cubicBezTo>
                  <a:pt x="234424" y="100760"/>
                  <a:pt x="229303" y="100191"/>
                  <a:pt x="225320" y="98483"/>
                </a:cubicBezTo>
                <a:cubicBezTo>
                  <a:pt x="223613" y="100191"/>
                  <a:pt x="223044" y="101899"/>
                  <a:pt x="223044" y="103607"/>
                </a:cubicBezTo>
                <a:cubicBezTo>
                  <a:pt x="223044" y="114992"/>
                  <a:pt x="285064" y="95068"/>
                  <a:pt x="285064" y="130932"/>
                </a:cubicBezTo>
                <a:cubicBezTo>
                  <a:pt x="285064" y="145163"/>
                  <a:pt x="276529" y="157118"/>
                  <a:pt x="240114" y="157118"/>
                </a:cubicBezTo>
                <a:cubicBezTo>
                  <a:pt x="208819" y="157118"/>
                  <a:pt x="198578" y="149717"/>
                  <a:pt x="198578" y="137763"/>
                </a:cubicBezTo>
                <a:cubicBezTo>
                  <a:pt x="198578" y="131501"/>
                  <a:pt x="201991" y="126377"/>
                  <a:pt x="207681" y="122962"/>
                </a:cubicBezTo>
                <a:cubicBezTo>
                  <a:pt x="203129" y="120115"/>
                  <a:pt x="200284" y="116131"/>
                  <a:pt x="200284" y="109869"/>
                </a:cubicBezTo>
                <a:cubicBezTo>
                  <a:pt x="200284" y="102468"/>
                  <a:pt x="203698" y="96206"/>
                  <a:pt x="212802" y="91652"/>
                </a:cubicBezTo>
                <a:cubicBezTo>
                  <a:pt x="207112" y="85959"/>
                  <a:pt x="204267" y="78559"/>
                  <a:pt x="204267" y="69451"/>
                </a:cubicBezTo>
                <a:cubicBezTo>
                  <a:pt x="204267" y="50665"/>
                  <a:pt x="216785" y="38141"/>
                  <a:pt x="238976" y="38141"/>
                </a:cubicBezTo>
                <a:cubicBezTo>
                  <a:pt x="243528" y="38141"/>
                  <a:pt x="247511" y="38710"/>
                  <a:pt x="251494" y="39849"/>
                </a:cubicBezTo>
                <a:lnTo>
                  <a:pt x="287340" y="39849"/>
                </a:lnTo>
                <a:close/>
                <a:moveTo>
                  <a:pt x="222475" y="127516"/>
                </a:moveTo>
                <a:cubicBezTo>
                  <a:pt x="219630" y="129793"/>
                  <a:pt x="219061" y="132070"/>
                  <a:pt x="219061" y="133778"/>
                </a:cubicBezTo>
                <a:cubicBezTo>
                  <a:pt x="219061" y="138901"/>
                  <a:pt x="223044" y="141748"/>
                  <a:pt x="241821" y="141748"/>
                </a:cubicBezTo>
                <a:cubicBezTo>
                  <a:pt x="257183" y="141748"/>
                  <a:pt x="261735" y="137193"/>
                  <a:pt x="261735" y="133778"/>
                </a:cubicBezTo>
                <a:cubicBezTo>
                  <a:pt x="261735" y="125808"/>
                  <a:pt x="239545" y="129793"/>
                  <a:pt x="222475" y="127516"/>
                </a:cubicBezTo>
                <a:close/>
                <a:moveTo>
                  <a:pt x="251494" y="69451"/>
                </a:moveTo>
                <a:cubicBezTo>
                  <a:pt x="251494" y="59773"/>
                  <a:pt x="248080" y="54080"/>
                  <a:pt x="239545" y="54080"/>
                </a:cubicBezTo>
                <a:cubicBezTo>
                  <a:pt x="231010" y="54080"/>
                  <a:pt x="227596" y="59773"/>
                  <a:pt x="227596" y="69451"/>
                </a:cubicBezTo>
                <a:cubicBezTo>
                  <a:pt x="227596" y="79128"/>
                  <a:pt x="231010" y="84821"/>
                  <a:pt x="239545" y="84821"/>
                </a:cubicBezTo>
                <a:cubicBezTo>
                  <a:pt x="247511" y="84821"/>
                  <a:pt x="251494" y="79128"/>
                  <a:pt x="251494" y="69451"/>
                </a:cubicBezTo>
                <a:close/>
                <a:moveTo>
                  <a:pt x="299858" y="14232"/>
                </a:moveTo>
                <a:cubicBezTo>
                  <a:pt x="299858" y="5693"/>
                  <a:pt x="304979" y="0"/>
                  <a:pt x="314082" y="0"/>
                </a:cubicBezTo>
                <a:cubicBezTo>
                  <a:pt x="322617" y="0"/>
                  <a:pt x="328876" y="5693"/>
                  <a:pt x="328876" y="14232"/>
                </a:cubicBezTo>
                <a:cubicBezTo>
                  <a:pt x="328876" y="22771"/>
                  <a:pt x="323186" y="28463"/>
                  <a:pt x="314082" y="28463"/>
                </a:cubicBezTo>
                <a:cubicBezTo>
                  <a:pt x="304979" y="28463"/>
                  <a:pt x="299858" y="22771"/>
                  <a:pt x="299858" y="14232"/>
                </a:cubicBezTo>
                <a:close/>
                <a:moveTo>
                  <a:pt x="301565" y="39279"/>
                </a:moveTo>
                <a:lnTo>
                  <a:pt x="326600" y="39279"/>
                </a:lnTo>
                <a:lnTo>
                  <a:pt x="326600" y="124670"/>
                </a:lnTo>
                <a:lnTo>
                  <a:pt x="301565" y="124670"/>
                </a:lnTo>
                <a:lnTo>
                  <a:pt x="301565" y="39279"/>
                </a:lnTo>
                <a:close/>
                <a:moveTo>
                  <a:pt x="347653" y="39279"/>
                </a:moveTo>
                <a:lnTo>
                  <a:pt x="372688" y="39279"/>
                </a:lnTo>
                <a:lnTo>
                  <a:pt x="372688" y="52942"/>
                </a:lnTo>
                <a:lnTo>
                  <a:pt x="373258" y="52942"/>
                </a:lnTo>
                <a:cubicBezTo>
                  <a:pt x="378947" y="43264"/>
                  <a:pt x="386913" y="37572"/>
                  <a:pt x="401138" y="37572"/>
                </a:cubicBezTo>
                <a:cubicBezTo>
                  <a:pt x="421622" y="37572"/>
                  <a:pt x="429018" y="48957"/>
                  <a:pt x="429018" y="68881"/>
                </a:cubicBezTo>
                <a:lnTo>
                  <a:pt x="429018" y="124670"/>
                </a:lnTo>
                <a:lnTo>
                  <a:pt x="403983" y="124670"/>
                </a:lnTo>
                <a:lnTo>
                  <a:pt x="403983" y="75713"/>
                </a:lnTo>
                <a:cubicBezTo>
                  <a:pt x="403983" y="64896"/>
                  <a:pt x="400569" y="59204"/>
                  <a:pt x="390327" y="59204"/>
                </a:cubicBezTo>
                <a:cubicBezTo>
                  <a:pt x="379516" y="59204"/>
                  <a:pt x="372688" y="66604"/>
                  <a:pt x="372688" y="77420"/>
                </a:cubicBezTo>
                <a:lnTo>
                  <a:pt x="372688" y="124670"/>
                </a:lnTo>
                <a:lnTo>
                  <a:pt x="347653" y="124670"/>
                </a:lnTo>
                <a:lnTo>
                  <a:pt x="347653" y="39279"/>
                </a:lnTo>
                <a:close/>
                <a:moveTo>
                  <a:pt x="526316" y="93360"/>
                </a:moveTo>
                <a:cubicBezTo>
                  <a:pt x="525178" y="111007"/>
                  <a:pt x="512660" y="126377"/>
                  <a:pt x="487055" y="126377"/>
                </a:cubicBezTo>
                <a:cubicBezTo>
                  <a:pt x="457468" y="126377"/>
                  <a:pt x="445519" y="108730"/>
                  <a:pt x="445519" y="81975"/>
                </a:cubicBezTo>
                <a:cubicBezTo>
                  <a:pt x="445519" y="55219"/>
                  <a:pt x="459744" y="37572"/>
                  <a:pt x="487624" y="37572"/>
                </a:cubicBezTo>
                <a:cubicBezTo>
                  <a:pt x="515505" y="37572"/>
                  <a:pt x="526316" y="54650"/>
                  <a:pt x="526316" y="83113"/>
                </a:cubicBezTo>
                <a:lnTo>
                  <a:pt x="526316" y="86529"/>
                </a:lnTo>
                <a:lnTo>
                  <a:pt x="470555" y="86529"/>
                </a:lnTo>
                <a:cubicBezTo>
                  <a:pt x="471123" y="99622"/>
                  <a:pt x="475676" y="107022"/>
                  <a:pt x="486486" y="107022"/>
                </a:cubicBezTo>
                <a:cubicBezTo>
                  <a:pt x="496159" y="107022"/>
                  <a:pt x="501280" y="100760"/>
                  <a:pt x="501280" y="93360"/>
                </a:cubicBezTo>
                <a:lnTo>
                  <a:pt x="526316" y="93360"/>
                </a:lnTo>
                <a:close/>
                <a:moveTo>
                  <a:pt x="501280" y="72866"/>
                </a:moveTo>
                <a:cubicBezTo>
                  <a:pt x="500711" y="64327"/>
                  <a:pt x="496728" y="56357"/>
                  <a:pt x="486486" y="56357"/>
                </a:cubicBezTo>
                <a:cubicBezTo>
                  <a:pt x="476813" y="56357"/>
                  <a:pt x="472262" y="62050"/>
                  <a:pt x="471123" y="72866"/>
                </a:cubicBezTo>
                <a:lnTo>
                  <a:pt x="501280" y="72866"/>
                </a:lnTo>
                <a:close/>
                <a:moveTo>
                  <a:pt x="619630" y="93360"/>
                </a:moveTo>
                <a:cubicBezTo>
                  <a:pt x="618492" y="111007"/>
                  <a:pt x="605974" y="126377"/>
                  <a:pt x="580370" y="126377"/>
                </a:cubicBezTo>
                <a:cubicBezTo>
                  <a:pt x="550782" y="126377"/>
                  <a:pt x="538833" y="108730"/>
                  <a:pt x="538833" y="81975"/>
                </a:cubicBezTo>
                <a:cubicBezTo>
                  <a:pt x="538833" y="55219"/>
                  <a:pt x="553058" y="37572"/>
                  <a:pt x="580939" y="37572"/>
                </a:cubicBezTo>
                <a:cubicBezTo>
                  <a:pt x="608819" y="37572"/>
                  <a:pt x="619630" y="54650"/>
                  <a:pt x="619630" y="83113"/>
                </a:cubicBezTo>
                <a:lnTo>
                  <a:pt x="619630" y="86529"/>
                </a:lnTo>
                <a:lnTo>
                  <a:pt x="564438" y="86529"/>
                </a:lnTo>
                <a:cubicBezTo>
                  <a:pt x="565007" y="99622"/>
                  <a:pt x="569559" y="107022"/>
                  <a:pt x="580370" y="107022"/>
                </a:cubicBezTo>
                <a:cubicBezTo>
                  <a:pt x="590042" y="107022"/>
                  <a:pt x="595164" y="100760"/>
                  <a:pt x="595164" y="93360"/>
                </a:cubicBezTo>
                <a:lnTo>
                  <a:pt x="619630" y="93360"/>
                </a:lnTo>
                <a:close/>
                <a:moveTo>
                  <a:pt x="594594" y="72866"/>
                </a:moveTo>
                <a:cubicBezTo>
                  <a:pt x="594025" y="64327"/>
                  <a:pt x="590042" y="56357"/>
                  <a:pt x="579801" y="56357"/>
                </a:cubicBezTo>
                <a:cubicBezTo>
                  <a:pt x="570128" y="56357"/>
                  <a:pt x="565576" y="62050"/>
                  <a:pt x="564438" y="72866"/>
                </a:cubicBezTo>
                <a:lnTo>
                  <a:pt x="594594" y="72866"/>
                </a:lnTo>
                <a:close/>
                <a:moveTo>
                  <a:pt x="636700" y="39279"/>
                </a:moveTo>
                <a:lnTo>
                  <a:pt x="661735" y="39279"/>
                </a:lnTo>
                <a:lnTo>
                  <a:pt x="661735" y="52942"/>
                </a:lnTo>
                <a:lnTo>
                  <a:pt x="662304" y="52942"/>
                </a:lnTo>
                <a:cubicBezTo>
                  <a:pt x="667994" y="43264"/>
                  <a:pt x="675391" y="37572"/>
                  <a:pt x="683926" y="37572"/>
                </a:cubicBezTo>
                <a:cubicBezTo>
                  <a:pt x="686202" y="37572"/>
                  <a:pt x="688478" y="38141"/>
                  <a:pt x="691323" y="38710"/>
                </a:cubicBezTo>
                <a:lnTo>
                  <a:pt x="691323" y="64896"/>
                </a:lnTo>
                <a:cubicBezTo>
                  <a:pt x="688478" y="63758"/>
                  <a:pt x="685064" y="63189"/>
                  <a:pt x="680512" y="63189"/>
                </a:cubicBezTo>
                <a:cubicBezTo>
                  <a:pt x="669701" y="63189"/>
                  <a:pt x="662304" y="70020"/>
                  <a:pt x="662304" y="81975"/>
                </a:cubicBezTo>
                <a:lnTo>
                  <a:pt x="662304" y="124670"/>
                </a:lnTo>
                <a:lnTo>
                  <a:pt x="637269" y="124670"/>
                </a:lnTo>
                <a:lnTo>
                  <a:pt x="637269" y="39279"/>
                </a:lnTo>
                <a:close/>
                <a:moveTo>
                  <a:pt x="702702" y="14232"/>
                </a:moveTo>
                <a:cubicBezTo>
                  <a:pt x="702702" y="5693"/>
                  <a:pt x="707823" y="0"/>
                  <a:pt x="716927" y="0"/>
                </a:cubicBezTo>
                <a:cubicBezTo>
                  <a:pt x="725462" y="0"/>
                  <a:pt x="731721" y="5693"/>
                  <a:pt x="731721" y="14232"/>
                </a:cubicBezTo>
                <a:cubicBezTo>
                  <a:pt x="731721" y="22771"/>
                  <a:pt x="726031" y="28463"/>
                  <a:pt x="716927" y="28463"/>
                </a:cubicBezTo>
                <a:cubicBezTo>
                  <a:pt x="707823" y="28463"/>
                  <a:pt x="702702" y="22771"/>
                  <a:pt x="702702" y="14232"/>
                </a:cubicBezTo>
                <a:close/>
                <a:moveTo>
                  <a:pt x="704409" y="39279"/>
                </a:moveTo>
                <a:lnTo>
                  <a:pt x="729445" y="39279"/>
                </a:lnTo>
                <a:lnTo>
                  <a:pt x="729445" y="124670"/>
                </a:lnTo>
                <a:lnTo>
                  <a:pt x="704409" y="124670"/>
                </a:lnTo>
                <a:lnTo>
                  <a:pt x="704409" y="39279"/>
                </a:lnTo>
                <a:close/>
                <a:moveTo>
                  <a:pt x="750498" y="39279"/>
                </a:moveTo>
                <a:lnTo>
                  <a:pt x="775533" y="39279"/>
                </a:lnTo>
                <a:lnTo>
                  <a:pt x="775533" y="52942"/>
                </a:lnTo>
                <a:lnTo>
                  <a:pt x="776102" y="52942"/>
                </a:lnTo>
                <a:cubicBezTo>
                  <a:pt x="781792" y="43264"/>
                  <a:pt x="789758" y="37572"/>
                  <a:pt x="803982" y="37572"/>
                </a:cubicBezTo>
                <a:cubicBezTo>
                  <a:pt x="824466" y="37572"/>
                  <a:pt x="831863" y="48957"/>
                  <a:pt x="831863" y="68881"/>
                </a:cubicBezTo>
                <a:lnTo>
                  <a:pt x="831863" y="124670"/>
                </a:lnTo>
                <a:lnTo>
                  <a:pt x="806827" y="124670"/>
                </a:lnTo>
                <a:lnTo>
                  <a:pt x="806827" y="75713"/>
                </a:lnTo>
                <a:cubicBezTo>
                  <a:pt x="806827" y="64896"/>
                  <a:pt x="803414" y="59204"/>
                  <a:pt x="793172" y="59204"/>
                </a:cubicBezTo>
                <a:cubicBezTo>
                  <a:pt x="782361" y="59204"/>
                  <a:pt x="775533" y="66604"/>
                  <a:pt x="775533" y="77420"/>
                </a:cubicBezTo>
                <a:lnTo>
                  <a:pt x="775533" y="124670"/>
                </a:lnTo>
                <a:lnTo>
                  <a:pt x="750498" y="124670"/>
                </a:lnTo>
                <a:lnTo>
                  <a:pt x="750498" y="39279"/>
                </a:lnTo>
                <a:close/>
                <a:moveTo>
                  <a:pt x="932574" y="39279"/>
                </a:moveTo>
                <a:lnTo>
                  <a:pt x="932574" y="58065"/>
                </a:lnTo>
                <a:lnTo>
                  <a:pt x="917212" y="58065"/>
                </a:lnTo>
                <a:cubicBezTo>
                  <a:pt x="918918" y="61481"/>
                  <a:pt x="919488" y="65466"/>
                  <a:pt x="919488" y="69451"/>
                </a:cubicBezTo>
                <a:cubicBezTo>
                  <a:pt x="919488" y="87667"/>
                  <a:pt x="906970" y="100760"/>
                  <a:pt x="885348" y="100760"/>
                </a:cubicBezTo>
                <a:cubicBezTo>
                  <a:pt x="880227" y="100760"/>
                  <a:pt x="875106" y="100191"/>
                  <a:pt x="871124" y="98483"/>
                </a:cubicBezTo>
                <a:cubicBezTo>
                  <a:pt x="869416" y="100191"/>
                  <a:pt x="868847" y="101899"/>
                  <a:pt x="868847" y="103607"/>
                </a:cubicBezTo>
                <a:cubicBezTo>
                  <a:pt x="868847" y="114992"/>
                  <a:pt x="930867" y="95068"/>
                  <a:pt x="930867" y="130932"/>
                </a:cubicBezTo>
                <a:cubicBezTo>
                  <a:pt x="930867" y="145163"/>
                  <a:pt x="922333" y="157118"/>
                  <a:pt x="885917" y="157118"/>
                </a:cubicBezTo>
                <a:cubicBezTo>
                  <a:pt x="854623" y="157118"/>
                  <a:pt x="844381" y="149717"/>
                  <a:pt x="844381" y="137763"/>
                </a:cubicBezTo>
                <a:cubicBezTo>
                  <a:pt x="844381" y="131501"/>
                  <a:pt x="847795" y="126377"/>
                  <a:pt x="853485" y="122962"/>
                </a:cubicBezTo>
                <a:cubicBezTo>
                  <a:pt x="848933" y="120115"/>
                  <a:pt x="846088" y="116131"/>
                  <a:pt x="846088" y="109869"/>
                </a:cubicBezTo>
                <a:cubicBezTo>
                  <a:pt x="846088" y="102468"/>
                  <a:pt x="849502" y="96206"/>
                  <a:pt x="858606" y="91652"/>
                </a:cubicBezTo>
                <a:cubicBezTo>
                  <a:pt x="852916" y="85959"/>
                  <a:pt x="850071" y="78559"/>
                  <a:pt x="850071" y="69451"/>
                </a:cubicBezTo>
                <a:cubicBezTo>
                  <a:pt x="850071" y="50665"/>
                  <a:pt x="862589" y="38141"/>
                  <a:pt x="884779" y="38141"/>
                </a:cubicBezTo>
                <a:cubicBezTo>
                  <a:pt x="889331" y="38141"/>
                  <a:pt x="893314" y="38710"/>
                  <a:pt x="897297" y="39849"/>
                </a:cubicBezTo>
                <a:lnTo>
                  <a:pt x="932574" y="39849"/>
                </a:lnTo>
                <a:close/>
                <a:moveTo>
                  <a:pt x="867709" y="127516"/>
                </a:moveTo>
                <a:cubicBezTo>
                  <a:pt x="864864" y="129793"/>
                  <a:pt x="864296" y="132070"/>
                  <a:pt x="864296" y="133778"/>
                </a:cubicBezTo>
                <a:cubicBezTo>
                  <a:pt x="864296" y="138901"/>
                  <a:pt x="868279" y="141748"/>
                  <a:pt x="887055" y="141748"/>
                </a:cubicBezTo>
                <a:cubicBezTo>
                  <a:pt x="902418" y="141748"/>
                  <a:pt x="906970" y="137193"/>
                  <a:pt x="906970" y="133778"/>
                </a:cubicBezTo>
                <a:cubicBezTo>
                  <a:pt x="907539" y="125808"/>
                  <a:pt x="885348" y="129793"/>
                  <a:pt x="867709" y="127516"/>
                </a:cubicBezTo>
                <a:close/>
                <a:moveTo>
                  <a:pt x="896728" y="69451"/>
                </a:moveTo>
                <a:cubicBezTo>
                  <a:pt x="896728" y="59773"/>
                  <a:pt x="893314" y="54080"/>
                  <a:pt x="884779" y="54080"/>
                </a:cubicBezTo>
                <a:cubicBezTo>
                  <a:pt x="876244" y="54080"/>
                  <a:pt x="872830" y="59773"/>
                  <a:pt x="872830" y="69451"/>
                </a:cubicBezTo>
                <a:cubicBezTo>
                  <a:pt x="872830" y="79128"/>
                  <a:pt x="876244" y="84821"/>
                  <a:pt x="884779" y="84821"/>
                </a:cubicBezTo>
                <a:cubicBezTo>
                  <a:pt x="893314" y="84821"/>
                  <a:pt x="896728" y="79128"/>
                  <a:pt x="896728" y="69451"/>
                </a:cubicBezTo>
                <a:close/>
                <a:moveTo>
                  <a:pt x="569" y="159964"/>
                </a:moveTo>
                <a:lnTo>
                  <a:pt x="82504" y="159964"/>
                </a:lnTo>
                <a:lnTo>
                  <a:pt x="82504" y="181596"/>
                </a:lnTo>
                <a:lnTo>
                  <a:pt x="27311" y="181596"/>
                </a:lnTo>
                <a:lnTo>
                  <a:pt x="27311" y="208921"/>
                </a:lnTo>
                <a:lnTo>
                  <a:pt x="79090" y="208921"/>
                </a:lnTo>
                <a:lnTo>
                  <a:pt x="79090" y="229984"/>
                </a:lnTo>
                <a:lnTo>
                  <a:pt x="27311" y="229984"/>
                </a:lnTo>
                <a:lnTo>
                  <a:pt x="27311" y="277803"/>
                </a:lnTo>
                <a:lnTo>
                  <a:pt x="569" y="277803"/>
                </a:lnTo>
                <a:lnTo>
                  <a:pt x="569" y="159964"/>
                </a:lnTo>
                <a:close/>
                <a:moveTo>
                  <a:pt x="99573" y="167365"/>
                </a:moveTo>
                <a:cubicBezTo>
                  <a:pt x="99573" y="158826"/>
                  <a:pt x="104694" y="153133"/>
                  <a:pt x="113798" y="153133"/>
                </a:cubicBezTo>
                <a:cubicBezTo>
                  <a:pt x="122333" y="153133"/>
                  <a:pt x="128592" y="158826"/>
                  <a:pt x="128592" y="167365"/>
                </a:cubicBezTo>
                <a:cubicBezTo>
                  <a:pt x="128592" y="175904"/>
                  <a:pt x="122902" y="181596"/>
                  <a:pt x="113798" y="181596"/>
                </a:cubicBezTo>
                <a:cubicBezTo>
                  <a:pt x="104694" y="181596"/>
                  <a:pt x="99573" y="175904"/>
                  <a:pt x="99573" y="167365"/>
                </a:cubicBezTo>
                <a:close/>
                <a:moveTo>
                  <a:pt x="101280" y="192412"/>
                </a:moveTo>
                <a:lnTo>
                  <a:pt x="126316" y="192412"/>
                </a:lnTo>
                <a:lnTo>
                  <a:pt x="126316" y="277803"/>
                </a:lnTo>
                <a:lnTo>
                  <a:pt x="101280" y="277803"/>
                </a:lnTo>
                <a:lnTo>
                  <a:pt x="101280" y="192412"/>
                </a:lnTo>
                <a:close/>
                <a:moveTo>
                  <a:pt x="147368" y="192412"/>
                </a:moveTo>
                <a:lnTo>
                  <a:pt x="172404" y="192412"/>
                </a:lnTo>
                <a:lnTo>
                  <a:pt x="172404" y="206075"/>
                </a:lnTo>
                <a:lnTo>
                  <a:pt x="172973" y="206075"/>
                </a:lnTo>
                <a:cubicBezTo>
                  <a:pt x="178663" y="196397"/>
                  <a:pt x="186060" y="190705"/>
                  <a:pt x="194595" y="190705"/>
                </a:cubicBezTo>
                <a:cubicBezTo>
                  <a:pt x="196871" y="190705"/>
                  <a:pt x="199146" y="191274"/>
                  <a:pt x="201991" y="191843"/>
                </a:cubicBezTo>
                <a:lnTo>
                  <a:pt x="201991" y="218029"/>
                </a:lnTo>
                <a:cubicBezTo>
                  <a:pt x="199146" y="216891"/>
                  <a:pt x="195733" y="216322"/>
                  <a:pt x="191181" y="216322"/>
                </a:cubicBezTo>
                <a:cubicBezTo>
                  <a:pt x="180370" y="216322"/>
                  <a:pt x="172973" y="223153"/>
                  <a:pt x="172973" y="235107"/>
                </a:cubicBezTo>
                <a:lnTo>
                  <a:pt x="172973" y="277803"/>
                </a:lnTo>
                <a:lnTo>
                  <a:pt x="147937" y="277803"/>
                </a:lnTo>
                <a:lnTo>
                  <a:pt x="147937" y="192412"/>
                </a:lnTo>
                <a:close/>
                <a:moveTo>
                  <a:pt x="234993" y="249339"/>
                </a:moveTo>
                <a:cubicBezTo>
                  <a:pt x="235562" y="259017"/>
                  <a:pt x="242390" y="261863"/>
                  <a:pt x="250355" y="261863"/>
                </a:cubicBezTo>
                <a:cubicBezTo>
                  <a:pt x="258890" y="261863"/>
                  <a:pt x="262304" y="259017"/>
                  <a:pt x="262304" y="254463"/>
                </a:cubicBezTo>
                <a:cubicBezTo>
                  <a:pt x="262304" y="240231"/>
                  <a:pt x="213371" y="251047"/>
                  <a:pt x="213371" y="218029"/>
                </a:cubicBezTo>
                <a:cubicBezTo>
                  <a:pt x="213371" y="202659"/>
                  <a:pt x="224182" y="190705"/>
                  <a:pt x="248649" y="190705"/>
                </a:cubicBezTo>
                <a:cubicBezTo>
                  <a:pt x="272546" y="190705"/>
                  <a:pt x="285064" y="201521"/>
                  <a:pt x="285633" y="219737"/>
                </a:cubicBezTo>
                <a:lnTo>
                  <a:pt x="261735" y="219737"/>
                </a:lnTo>
                <a:cubicBezTo>
                  <a:pt x="261735" y="211767"/>
                  <a:pt x="256045" y="208352"/>
                  <a:pt x="248649" y="208352"/>
                </a:cubicBezTo>
                <a:cubicBezTo>
                  <a:pt x="240683" y="208352"/>
                  <a:pt x="238407" y="212337"/>
                  <a:pt x="238407" y="215183"/>
                </a:cubicBezTo>
                <a:cubicBezTo>
                  <a:pt x="238407" y="229415"/>
                  <a:pt x="287340" y="218599"/>
                  <a:pt x="287340" y="252185"/>
                </a:cubicBezTo>
                <a:cubicBezTo>
                  <a:pt x="287340" y="268125"/>
                  <a:pt x="276529" y="278941"/>
                  <a:pt x="250925" y="278941"/>
                </a:cubicBezTo>
                <a:cubicBezTo>
                  <a:pt x="226458" y="278941"/>
                  <a:pt x="211664" y="271541"/>
                  <a:pt x="210526" y="248770"/>
                </a:cubicBezTo>
                <a:lnTo>
                  <a:pt x="234993" y="248770"/>
                </a:lnTo>
                <a:close/>
                <a:moveTo>
                  <a:pt x="308393" y="212337"/>
                </a:moveTo>
                <a:lnTo>
                  <a:pt x="297013" y="212337"/>
                </a:lnTo>
                <a:lnTo>
                  <a:pt x="297013" y="192412"/>
                </a:lnTo>
                <a:lnTo>
                  <a:pt x="308393" y="192412"/>
                </a:lnTo>
                <a:lnTo>
                  <a:pt x="308393" y="170211"/>
                </a:lnTo>
                <a:lnTo>
                  <a:pt x="333428" y="170211"/>
                </a:lnTo>
                <a:lnTo>
                  <a:pt x="333428" y="192412"/>
                </a:lnTo>
                <a:lnTo>
                  <a:pt x="353343" y="192412"/>
                </a:lnTo>
                <a:lnTo>
                  <a:pt x="353343" y="212337"/>
                </a:lnTo>
                <a:lnTo>
                  <a:pt x="333428" y="212337"/>
                </a:lnTo>
                <a:lnTo>
                  <a:pt x="333428" y="244785"/>
                </a:lnTo>
                <a:cubicBezTo>
                  <a:pt x="333428" y="252755"/>
                  <a:pt x="337411" y="256170"/>
                  <a:pt x="346515" y="256170"/>
                </a:cubicBezTo>
                <a:cubicBezTo>
                  <a:pt x="348791" y="256170"/>
                  <a:pt x="351067" y="256170"/>
                  <a:pt x="355050" y="255601"/>
                </a:cubicBezTo>
                <a:lnTo>
                  <a:pt x="355050" y="277803"/>
                </a:lnTo>
                <a:cubicBezTo>
                  <a:pt x="351636" y="278372"/>
                  <a:pt x="347084" y="279510"/>
                  <a:pt x="341963" y="279510"/>
                </a:cubicBezTo>
                <a:cubicBezTo>
                  <a:pt x="319772" y="279510"/>
                  <a:pt x="308393" y="269833"/>
                  <a:pt x="308393" y="245354"/>
                </a:cubicBezTo>
                <a:lnTo>
                  <a:pt x="308393" y="21233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4"/>
          <p:cNvSpPr/>
          <p:nvPr/>
        </p:nvSpPr>
        <p:spPr>
          <a:xfrm>
            <a:off x="9821208" y="6370064"/>
            <a:ext cx="867321" cy="201757"/>
          </a:xfrm>
          <a:custGeom>
            <a:rect b="b" l="l" r="r" t="t"/>
            <a:pathLst>
              <a:path extrusionOk="0" h="290924" w="1250639">
                <a:moveTo>
                  <a:pt x="1063442" y="223153"/>
                </a:moveTo>
                <a:cubicBezTo>
                  <a:pt x="1063442" y="173057"/>
                  <a:pt x="1104409" y="149717"/>
                  <a:pt x="1155049" y="149717"/>
                </a:cubicBezTo>
                <a:cubicBezTo>
                  <a:pt x="1166429" y="149717"/>
                  <a:pt x="1177240" y="151425"/>
                  <a:pt x="1188051" y="154272"/>
                </a:cubicBezTo>
                <a:lnTo>
                  <a:pt x="1188620" y="154272"/>
                </a:lnTo>
                <a:cubicBezTo>
                  <a:pt x="1189188" y="154272"/>
                  <a:pt x="1189758" y="154272"/>
                  <a:pt x="1190327" y="154841"/>
                </a:cubicBezTo>
                <a:cubicBezTo>
                  <a:pt x="1190896" y="155410"/>
                  <a:pt x="1191465" y="154841"/>
                  <a:pt x="1192033" y="155410"/>
                </a:cubicBezTo>
                <a:cubicBezTo>
                  <a:pt x="1192603" y="155410"/>
                  <a:pt x="1192603" y="155410"/>
                  <a:pt x="1193171" y="155410"/>
                </a:cubicBezTo>
                <a:cubicBezTo>
                  <a:pt x="1193741" y="155410"/>
                  <a:pt x="1194310" y="155410"/>
                  <a:pt x="1194310" y="155979"/>
                </a:cubicBezTo>
                <a:cubicBezTo>
                  <a:pt x="1196016" y="156549"/>
                  <a:pt x="1198293" y="157118"/>
                  <a:pt x="1199431" y="157687"/>
                </a:cubicBezTo>
                <a:lnTo>
                  <a:pt x="1199431" y="157687"/>
                </a:lnTo>
                <a:cubicBezTo>
                  <a:pt x="1200568" y="158256"/>
                  <a:pt x="1201706" y="158256"/>
                  <a:pt x="1202276" y="158826"/>
                </a:cubicBezTo>
                <a:lnTo>
                  <a:pt x="1202276" y="146871"/>
                </a:lnTo>
                <a:cubicBezTo>
                  <a:pt x="1202276" y="124100"/>
                  <a:pt x="1183499" y="105884"/>
                  <a:pt x="1156187" y="106453"/>
                </a:cubicBezTo>
                <a:cubicBezTo>
                  <a:pt x="1133997" y="106453"/>
                  <a:pt x="1114082" y="118977"/>
                  <a:pt x="1103840" y="138332"/>
                </a:cubicBezTo>
                <a:lnTo>
                  <a:pt x="1069701" y="105884"/>
                </a:lnTo>
                <a:cubicBezTo>
                  <a:pt x="1087340" y="75143"/>
                  <a:pt x="1123186" y="60342"/>
                  <a:pt x="1156756" y="60342"/>
                </a:cubicBezTo>
                <a:cubicBezTo>
                  <a:pt x="1211379" y="60342"/>
                  <a:pt x="1250640" y="87098"/>
                  <a:pt x="1250640" y="143455"/>
                </a:cubicBezTo>
                <a:lnTo>
                  <a:pt x="1250640" y="285772"/>
                </a:lnTo>
                <a:lnTo>
                  <a:pt x="1202276" y="285772"/>
                </a:lnTo>
                <a:lnTo>
                  <a:pt x="1202276" y="266986"/>
                </a:lnTo>
                <a:cubicBezTo>
                  <a:pt x="1201706" y="267556"/>
                  <a:pt x="1201137" y="268125"/>
                  <a:pt x="1199999" y="268694"/>
                </a:cubicBezTo>
                <a:cubicBezTo>
                  <a:pt x="1182361" y="283495"/>
                  <a:pt x="1160170" y="291465"/>
                  <a:pt x="1137411" y="290896"/>
                </a:cubicBezTo>
                <a:cubicBezTo>
                  <a:pt x="1097012" y="290326"/>
                  <a:pt x="1063442" y="265848"/>
                  <a:pt x="1063442" y="223153"/>
                </a:cubicBezTo>
                <a:close/>
                <a:moveTo>
                  <a:pt x="1111237" y="219737"/>
                </a:moveTo>
                <a:cubicBezTo>
                  <a:pt x="1111237" y="234538"/>
                  <a:pt x="1122617" y="247062"/>
                  <a:pt x="1146514" y="247062"/>
                </a:cubicBezTo>
                <a:cubicBezTo>
                  <a:pt x="1166429" y="247062"/>
                  <a:pt x="1186344" y="240231"/>
                  <a:pt x="1201706" y="227138"/>
                </a:cubicBezTo>
                <a:lnTo>
                  <a:pt x="1201706" y="200382"/>
                </a:lnTo>
                <a:cubicBezTo>
                  <a:pt x="1186344" y="194120"/>
                  <a:pt x="1169843" y="190705"/>
                  <a:pt x="1152773" y="190705"/>
                </a:cubicBezTo>
                <a:cubicBezTo>
                  <a:pt x="1128307" y="190705"/>
                  <a:pt x="1111237" y="200951"/>
                  <a:pt x="1111237" y="219737"/>
                </a:cubicBezTo>
                <a:lnTo>
                  <a:pt x="1111237" y="219737"/>
                </a:lnTo>
                <a:close/>
                <a:moveTo>
                  <a:pt x="862589" y="247631"/>
                </a:moveTo>
                <a:lnTo>
                  <a:pt x="894452" y="214614"/>
                </a:lnTo>
                <a:cubicBezTo>
                  <a:pt x="909246" y="235107"/>
                  <a:pt x="932574" y="247062"/>
                  <a:pt x="958179" y="246493"/>
                </a:cubicBezTo>
                <a:cubicBezTo>
                  <a:pt x="984921" y="246493"/>
                  <a:pt x="992318" y="234538"/>
                  <a:pt x="992318" y="223722"/>
                </a:cubicBezTo>
                <a:cubicBezTo>
                  <a:pt x="992318" y="215752"/>
                  <a:pt x="988335" y="209490"/>
                  <a:pt x="976386" y="204936"/>
                </a:cubicBezTo>
                <a:cubicBezTo>
                  <a:pt x="973542" y="203798"/>
                  <a:pt x="970127" y="202659"/>
                  <a:pt x="966714" y="202090"/>
                </a:cubicBezTo>
                <a:lnTo>
                  <a:pt x="937695" y="194689"/>
                </a:lnTo>
                <a:cubicBezTo>
                  <a:pt x="896728" y="184443"/>
                  <a:pt x="871123" y="163380"/>
                  <a:pt x="871123" y="125239"/>
                </a:cubicBezTo>
                <a:cubicBezTo>
                  <a:pt x="871123" y="84252"/>
                  <a:pt x="905263" y="59773"/>
                  <a:pt x="951351" y="59773"/>
                </a:cubicBezTo>
                <a:cubicBezTo>
                  <a:pt x="988335" y="59773"/>
                  <a:pt x="1013371" y="75713"/>
                  <a:pt x="1033285" y="96775"/>
                </a:cubicBezTo>
                <a:lnTo>
                  <a:pt x="1001422" y="131501"/>
                </a:lnTo>
                <a:cubicBezTo>
                  <a:pt x="989473" y="114423"/>
                  <a:pt x="970127" y="104176"/>
                  <a:pt x="949644" y="103607"/>
                </a:cubicBezTo>
                <a:cubicBezTo>
                  <a:pt x="930867" y="103607"/>
                  <a:pt x="919488" y="113284"/>
                  <a:pt x="919488" y="124100"/>
                </a:cubicBezTo>
                <a:cubicBezTo>
                  <a:pt x="919488" y="133778"/>
                  <a:pt x="926884" y="140040"/>
                  <a:pt x="936557" y="143455"/>
                </a:cubicBezTo>
                <a:cubicBezTo>
                  <a:pt x="938264" y="144025"/>
                  <a:pt x="939402" y="144594"/>
                  <a:pt x="941109" y="144594"/>
                </a:cubicBezTo>
                <a:lnTo>
                  <a:pt x="975817" y="152564"/>
                </a:lnTo>
                <a:cubicBezTo>
                  <a:pt x="1013371" y="161672"/>
                  <a:pt x="1041251" y="182735"/>
                  <a:pt x="1041251" y="221445"/>
                </a:cubicBezTo>
                <a:cubicBezTo>
                  <a:pt x="1041251" y="259586"/>
                  <a:pt x="1011664" y="289757"/>
                  <a:pt x="953627" y="289757"/>
                </a:cubicBezTo>
                <a:cubicBezTo>
                  <a:pt x="908108" y="290326"/>
                  <a:pt x="879658" y="269264"/>
                  <a:pt x="862589" y="247631"/>
                </a:cubicBezTo>
                <a:lnTo>
                  <a:pt x="862589" y="247631"/>
                </a:lnTo>
                <a:close/>
                <a:moveTo>
                  <a:pt x="649786" y="193551"/>
                </a:moveTo>
                <a:lnTo>
                  <a:pt x="649786" y="66035"/>
                </a:lnTo>
                <a:lnTo>
                  <a:pt x="700995" y="66035"/>
                </a:lnTo>
                <a:lnTo>
                  <a:pt x="700995" y="197536"/>
                </a:lnTo>
                <a:cubicBezTo>
                  <a:pt x="700995" y="225999"/>
                  <a:pt x="715789" y="245354"/>
                  <a:pt x="741963" y="245354"/>
                </a:cubicBezTo>
                <a:cubicBezTo>
                  <a:pt x="768136" y="245354"/>
                  <a:pt x="782930" y="226568"/>
                  <a:pt x="782930" y="197536"/>
                </a:cubicBezTo>
                <a:lnTo>
                  <a:pt x="782930" y="66035"/>
                </a:lnTo>
                <a:lnTo>
                  <a:pt x="834139" y="66035"/>
                </a:lnTo>
                <a:lnTo>
                  <a:pt x="834139" y="193551"/>
                </a:lnTo>
                <a:cubicBezTo>
                  <a:pt x="834139" y="255601"/>
                  <a:pt x="790327" y="290326"/>
                  <a:pt x="741394" y="290326"/>
                </a:cubicBezTo>
                <a:cubicBezTo>
                  <a:pt x="692460" y="290326"/>
                  <a:pt x="650355" y="255601"/>
                  <a:pt x="649786" y="193551"/>
                </a:cubicBezTo>
                <a:lnTo>
                  <a:pt x="649786" y="193551"/>
                </a:lnTo>
                <a:close/>
                <a:moveTo>
                  <a:pt x="514367" y="207783"/>
                </a:moveTo>
                <a:lnTo>
                  <a:pt x="514367" y="111576"/>
                </a:lnTo>
                <a:lnTo>
                  <a:pt x="481934" y="111576"/>
                </a:lnTo>
                <a:lnTo>
                  <a:pt x="481934" y="66035"/>
                </a:lnTo>
                <a:lnTo>
                  <a:pt x="514367" y="66035"/>
                </a:lnTo>
                <a:lnTo>
                  <a:pt x="514367" y="569"/>
                </a:lnTo>
                <a:lnTo>
                  <a:pt x="565007" y="569"/>
                </a:lnTo>
                <a:lnTo>
                  <a:pt x="565007" y="66035"/>
                </a:lnTo>
                <a:lnTo>
                  <a:pt x="617354" y="66035"/>
                </a:lnTo>
                <a:lnTo>
                  <a:pt x="617354" y="111576"/>
                </a:lnTo>
                <a:lnTo>
                  <a:pt x="565007" y="111576"/>
                </a:lnTo>
                <a:lnTo>
                  <a:pt x="565007" y="200382"/>
                </a:lnTo>
                <a:cubicBezTo>
                  <a:pt x="565007" y="232261"/>
                  <a:pt x="572404" y="240231"/>
                  <a:pt x="600853" y="240231"/>
                </a:cubicBezTo>
                <a:lnTo>
                  <a:pt x="600853" y="240231"/>
                </a:lnTo>
                <a:cubicBezTo>
                  <a:pt x="605405" y="240231"/>
                  <a:pt x="615647" y="239662"/>
                  <a:pt x="617354" y="239092"/>
                </a:cubicBezTo>
                <a:lnTo>
                  <a:pt x="617354" y="284634"/>
                </a:lnTo>
                <a:cubicBezTo>
                  <a:pt x="616216" y="284634"/>
                  <a:pt x="606543" y="285772"/>
                  <a:pt x="590042" y="285772"/>
                </a:cubicBezTo>
                <a:cubicBezTo>
                  <a:pt x="532574" y="285772"/>
                  <a:pt x="514367" y="263571"/>
                  <a:pt x="514367" y="207783"/>
                </a:cubicBezTo>
                <a:lnTo>
                  <a:pt x="514367" y="207783"/>
                </a:lnTo>
                <a:close/>
                <a:moveTo>
                  <a:pt x="344808" y="285203"/>
                </a:moveTo>
                <a:lnTo>
                  <a:pt x="344808" y="144025"/>
                </a:lnTo>
                <a:cubicBezTo>
                  <a:pt x="344808" y="100760"/>
                  <a:pt x="380085" y="65466"/>
                  <a:pt x="423328" y="65466"/>
                </a:cubicBezTo>
                <a:lnTo>
                  <a:pt x="452347" y="65466"/>
                </a:lnTo>
                <a:lnTo>
                  <a:pt x="452347" y="111576"/>
                </a:lnTo>
                <a:lnTo>
                  <a:pt x="434139" y="111576"/>
                </a:lnTo>
                <a:cubicBezTo>
                  <a:pt x="412518" y="111576"/>
                  <a:pt x="394879" y="129224"/>
                  <a:pt x="394879" y="150856"/>
                </a:cubicBezTo>
                <a:lnTo>
                  <a:pt x="394879" y="150856"/>
                </a:lnTo>
                <a:lnTo>
                  <a:pt x="394879" y="285203"/>
                </a:lnTo>
                <a:lnTo>
                  <a:pt x="344808" y="285203"/>
                </a:lnTo>
                <a:close/>
                <a:moveTo>
                  <a:pt x="246942" y="285203"/>
                </a:moveTo>
                <a:lnTo>
                  <a:pt x="246942" y="70589"/>
                </a:lnTo>
                <a:cubicBezTo>
                  <a:pt x="276529" y="81405"/>
                  <a:pt x="296444" y="109299"/>
                  <a:pt x="298151" y="140609"/>
                </a:cubicBezTo>
                <a:lnTo>
                  <a:pt x="298151" y="285203"/>
                </a:lnTo>
                <a:lnTo>
                  <a:pt x="246942" y="285203"/>
                </a:lnTo>
                <a:close/>
                <a:moveTo>
                  <a:pt x="77951" y="285203"/>
                </a:moveTo>
                <a:lnTo>
                  <a:pt x="0" y="65466"/>
                </a:lnTo>
                <a:lnTo>
                  <a:pt x="52347" y="65466"/>
                </a:lnTo>
                <a:lnTo>
                  <a:pt x="105832" y="226568"/>
                </a:lnTo>
                <a:lnTo>
                  <a:pt x="159317" y="65466"/>
                </a:lnTo>
                <a:lnTo>
                  <a:pt x="211664" y="65466"/>
                </a:lnTo>
                <a:lnTo>
                  <a:pt x="133713" y="285203"/>
                </a:lnTo>
                <a:lnTo>
                  <a:pt x="77951" y="285203"/>
                </a:lnTo>
                <a:close/>
                <a:moveTo>
                  <a:pt x="246942" y="0"/>
                </a:moveTo>
                <a:lnTo>
                  <a:pt x="297013" y="0"/>
                </a:lnTo>
                <a:cubicBezTo>
                  <a:pt x="292461" y="27325"/>
                  <a:pt x="273115" y="50665"/>
                  <a:pt x="246942" y="60342"/>
                </a:cubicBezTo>
                <a:lnTo>
                  <a:pt x="24694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4"/>
          <p:cNvSpPr/>
          <p:nvPr/>
        </p:nvSpPr>
        <p:spPr>
          <a:xfrm>
            <a:off x="-15028" y="0"/>
            <a:ext cx="12192001" cy="6858000"/>
          </a:xfrm>
          <a:prstGeom prst="rect">
            <a:avLst/>
          </a:prstGeom>
          <a:gradFill>
            <a:gsLst>
              <a:gs pos="0">
                <a:srgbClr val="1F3762">
                  <a:alpha val="96470"/>
                </a:srgbClr>
              </a:gs>
              <a:gs pos="20000">
                <a:srgbClr val="1F3762">
                  <a:alpha val="96470"/>
                </a:srgbClr>
              </a:gs>
              <a:gs pos="69000">
                <a:srgbClr val="ED7D31">
                  <a:alpha val="0"/>
                </a:srgbClr>
              </a:gs>
              <a:gs pos="100000">
                <a:srgbClr val="ED7D3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4"/>
          <p:cNvSpPr/>
          <p:nvPr/>
        </p:nvSpPr>
        <p:spPr>
          <a:xfrm rot="9000000">
            <a:off x="1193346" y="-643429"/>
            <a:ext cx="1920728" cy="2296597"/>
          </a:xfrm>
          <a:custGeom>
            <a:rect b="b" l="l" r="r" t="t"/>
            <a:pathLst>
              <a:path extrusionOk="0" h="2296597" w="1920728">
                <a:moveTo>
                  <a:pt x="960364" y="0"/>
                </a:moveTo>
                <a:lnTo>
                  <a:pt x="960364" y="0"/>
                </a:lnTo>
                <a:cubicBezTo>
                  <a:pt x="1490758" y="0"/>
                  <a:pt x="1920728" y="429970"/>
                  <a:pt x="1920728" y="960364"/>
                </a:cubicBezTo>
                <a:cubicBezTo>
                  <a:pt x="1920728" y="1405775"/>
                  <a:pt x="1920727" y="1851186"/>
                  <a:pt x="1920727" y="2296597"/>
                </a:cubicBezTo>
                <a:lnTo>
                  <a:pt x="1920727" y="2296597"/>
                </a:lnTo>
                <a:cubicBezTo>
                  <a:pt x="1281754" y="1938235"/>
                  <a:pt x="640342" y="1542057"/>
                  <a:pt x="1369" y="1183695"/>
                </a:cubicBezTo>
                <a:cubicBezTo>
                  <a:pt x="100" y="1096646"/>
                  <a:pt x="1269" y="1047413"/>
                  <a:pt x="0" y="960364"/>
                </a:cubicBezTo>
                <a:cubicBezTo>
                  <a:pt x="0" y="429970"/>
                  <a:pt x="429970" y="0"/>
                  <a:pt x="96036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0" name="Google Shape;80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idx="1" type="body"/>
          </p:nvPr>
        </p:nvSpPr>
        <p:spPr>
          <a:xfrm>
            <a:off x="731520" y="6016815"/>
            <a:ext cx="5385816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</a:pPr>
            <a:r>
              <a:rPr b="0" lang="en-IN"/>
              <a:t>August 2025</a:t>
            </a:r>
            <a:endParaRPr/>
          </a:p>
        </p:txBody>
      </p:sp>
      <p:sp>
        <p:nvSpPr>
          <p:cNvPr id="108" name="Google Shape;108;p1"/>
          <p:cNvSpPr txBox="1"/>
          <p:nvPr>
            <p:ph type="ctrTitle"/>
          </p:nvPr>
        </p:nvSpPr>
        <p:spPr>
          <a:xfrm>
            <a:off x="731520" y="2614474"/>
            <a:ext cx="5974080" cy="7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Georgia"/>
              <a:buNone/>
            </a:pPr>
            <a:r>
              <a:rPr lang="en-IN"/>
              <a:t>Smart Underwriting Workbench</a:t>
            </a:r>
            <a:endParaRPr/>
          </a:p>
        </p:txBody>
      </p:sp>
      <p:sp>
        <p:nvSpPr>
          <p:cNvPr id="109" name="Google Shape;109;p1"/>
          <p:cNvSpPr txBox="1"/>
          <p:nvPr>
            <p:ph idx="2" type="subTitle"/>
          </p:nvPr>
        </p:nvSpPr>
        <p:spPr>
          <a:xfrm>
            <a:off x="731520" y="4773591"/>
            <a:ext cx="8148954" cy="701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None/>
            </a:pPr>
            <a:r>
              <a:rPr lang="en-IN">
                <a:solidFill>
                  <a:schemeClr val="lt2"/>
                </a:solidFill>
              </a:rPr>
              <a:t>A Smart Intuitive Insurance Accelerator for Underwriters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3e37d41a6e0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/>
        </p:nvSpPr>
        <p:spPr>
          <a:xfrm>
            <a:off x="3413125" y="607825"/>
            <a:ext cx="81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125" y="894975"/>
            <a:ext cx="10721749" cy="13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9388" y="2217925"/>
            <a:ext cx="3410950" cy="201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3650" y="2217925"/>
            <a:ext cx="3653219" cy="20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5125" y="4208875"/>
            <a:ext cx="5410725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5125" y="2250613"/>
            <a:ext cx="3410949" cy="1958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45850" y="4241600"/>
            <a:ext cx="5311026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/>
          <p:cNvSpPr txBox="1"/>
          <p:nvPr/>
        </p:nvSpPr>
        <p:spPr>
          <a:xfrm>
            <a:off x="2975300" y="115300"/>
            <a:ext cx="768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Underwriting Dashboard Key Metrics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/>
        </p:nvSpPr>
        <p:spPr>
          <a:xfrm>
            <a:off x="3685576" y="144106"/>
            <a:ext cx="567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Underwriter’s Dashboard</a:t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50" y="3654300"/>
            <a:ext cx="11418923" cy="25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950" y="802875"/>
            <a:ext cx="3685975" cy="285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0063" y="888175"/>
            <a:ext cx="3494425" cy="276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1725" y="845525"/>
            <a:ext cx="4168250" cy="28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3145619" y="-10"/>
            <a:ext cx="9295500" cy="8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Submissions Listing Screen</a:t>
            </a:r>
            <a:endParaRPr/>
          </a:p>
        </p:txBody>
      </p:sp>
      <p:pic>
        <p:nvPicPr>
          <p:cNvPr id="142" name="Google Shape;14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300" y="1034725"/>
            <a:ext cx="11559601" cy="478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>
            <p:ph type="title"/>
          </p:nvPr>
        </p:nvSpPr>
        <p:spPr>
          <a:xfrm>
            <a:off x="3260600" y="1"/>
            <a:ext cx="10735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Submission Details Screen</a:t>
            </a:r>
            <a:endParaRPr/>
          </a:p>
        </p:txBody>
      </p:sp>
      <p:pic>
        <p:nvPicPr>
          <p:cNvPr id="148" name="Google Shape;14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375" y="783625"/>
            <a:ext cx="10217801" cy="52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25" y="1073901"/>
            <a:ext cx="5867550" cy="43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1050" y="1073901"/>
            <a:ext cx="5867550" cy="43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 txBox="1"/>
          <p:nvPr/>
        </p:nvSpPr>
        <p:spPr>
          <a:xfrm>
            <a:off x="2253450" y="186450"/>
            <a:ext cx="768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Agentic Driven Smart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Underwriter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Assistant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309274" y="732545"/>
            <a:ext cx="11435399" cy="600658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 rot="10800000">
            <a:off x="3706516" y="941918"/>
            <a:ext cx="710802" cy="2070182"/>
          </a:xfrm>
          <a:prstGeom prst="flowChartTerminator">
            <a:avLst/>
          </a:prstGeom>
          <a:solidFill>
            <a:srgbClr val="D8D8D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58733" y="875799"/>
            <a:ext cx="4026467" cy="4975953"/>
          </a:xfrm>
          <a:prstGeom prst="roundRect">
            <a:avLst>
              <a:gd fmla="val 16667" name="adj"/>
            </a:avLst>
          </a:prstGeom>
          <a:solidFill>
            <a:srgbClr val="BBD6EE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47327" y="3136736"/>
            <a:ext cx="3045723" cy="3522407"/>
          </a:xfrm>
          <a:prstGeom prst="roundRect">
            <a:avLst>
              <a:gd fmla="val 16667" name="adj"/>
            </a:avLst>
          </a:prstGeom>
          <a:solidFill>
            <a:srgbClr val="C4E0B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04671" y="875799"/>
            <a:ext cx="3045723" cy="207018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382227" y="988095"/>
            <a:ext cx="1839432" cy="654954"/>
          </a:xfrm>
          <a:prstGeom prst="flowChartProcess">
            <a:avLst/>
          </a:prstGeom>
          <a:solidFill>
            <a:srgbClr val="FFD583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Brokers receive New business submission from clients for Insurance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382227" y="2058465"/>
            <a:ext cx="1839432" cy="654954"/>
          </a:xfrm>
          <a:prstGeom prst="flowChartProcess">
            <a:avLst/>
          </a:prstGeom>
          <a:solidFill>
            <a:srgbClr val="FFD583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Brokers send the submission to insurance companies for Quotation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382227" y="3608698"/>
            <a:ext cx="1839432" cy="832089"/>
          </a:xfrm>
          <a:prstGeom prst="flowChartProcess">
            <a:avLst/>
          </a:prstGeom>
          <a:solidFill>
            <a:srgbClr val="C5E0B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Underwriter logs into his workbench and receives the auto processed submission.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382227" y="4728265"/>
            <a:ext cx="1839432" cy="654954"/>
          </a:xfrm>
          <a:prstGeom prst="flowChartProcess">
            <a:avLst/>
          </a:prstGeom>
          <a:solidFill>
            <a:srgbClr val="C5E0B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Underwriter validates the submission data and processes the quotation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644577" y="4823599"/>
            <a:ext cx="1775637" cy="652907"/>
          </a:xfrm>
          <a:prstGeom prst="flowChartPredefinedProcess">
            <a:avLst/>
          </a:prstGeom>
          <a:solidFill>
            <a:srgbClr val="BDD7EE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Submissions are automatically declined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mail with solid fill"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3917484" y="1500336"/>
            <a:ext cx="281049" cy="281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oll with solid fill" id="172" name="Google Shape;1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1801" y="2513781"/>
            <a:ext cx="244504" cy="2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4795982" y="1361292"/>
            <a:ext cx="1484866" cy="742893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 Extraction from Documents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811296" y="1473035"/>
            <a:ext cx="1444464" cy="519409"/>
          </a:xfrm>
          <a:prstGeom prst="roundRect">
            <a:avLst>
              <a:gd fmla="val 10121" name="adj"/>
            </a:avLst>
          </a:prstGeom>
          <a:solidFill>
            <a:srgbClr val="1E4E7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Submission Priority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810163" y="3563932"/>
            <a:ext cx="1444464" cy="884422"/>
          </a:xfrm>
          <a:prstGeom prst="flowChartDecision">
            <a:avLst/>
          </a:prstGeom>
          <a:solidFill>
            <a:srgbClr val="BDD7EE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Poor Risk Score ?</a:t>
            </a:r>
            <a:endParaRPr b="1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810164" y="2699622"/>
            <a:ext cx="1444464" cy="519409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UW Risk Score Prediction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928485" y="3733738"/>
            <a:ext cx="1444464" cy="532415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Submission Assignment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9036887" y="2510876"/>
            <a:ext cx="2576426" cy="100576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691" y="0"/>
                </a:moveTo>
                <a:close/>
                <a:lnTo>
                  <a:pt x="-10691" y="120000"/>
                </a:lnTo>
              </a:path>
              <a:path extrusionOk="0" fill="none" h="120000" w="120000">
                <a:moveTo>
                  <a:pt x="-10691" y="60062"/>
                </a:moveTo>
                <a:lnTo>
                  <a:pt x="-36072" y="45625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logic for Predicting UW Risk Score: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Location, Exposure like EQ, flood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Lob, Nature of business, Coverages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 built, Type of construction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Limits of liability, Previous losses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Presence of Fire extinguishers, sprinklers </a:t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9099147" y="4320716"/>
            <a:ext cx="2454140" cy="100576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9638" y="0"/>
                </a:moveTo>
                <a:close/>
                <a:lnTo>
                  <a:pt x="-9638" y="120000"/>
                </a:lnTo>
              </a:path>
              <a:path extrusionOk="0" fill="none" h="120000" w="120000">
                <a:moveTo>
                  <a:pt x="-9638" y="56474"/>
                </a:moveTo>
                <a:lnTo>
                  <a:pt x="-169609" y="-4488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logic for submission assignment: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Submission Priority; Risk Score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of business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Submission Type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Limits of liability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UW’s workload, efficiency &amp; availability</a:t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872610" y="2651367"/>
            <a:ext cx="1743041" cy="100576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38096" y="-68585"/>
                </a:lnTo>
              </a:path>
            </a:pathLst>
          </a:custGeom>
          <a:solidFill>
            <a:srgbClr val="BBD6EE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Submission data has ACORD forms; Loss Run report; Schedule of Values; Broker specification document; Email data.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344470" y="1617909"/>
            <a:ext cx="853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Broker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1279371" y="3185956"/>
            <a:ext cx="13816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Underwriter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4565257" y="997158"/>
            <a:ext cx="41007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UW Workbench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207799" y="5701670"/>
            <a:ext cx="2188287" cy="823098"/>
          </a:xfrm>
          <a:prstGeom prst="ellipse">
            <a:avLst/>
          </a:prstGeom>
          <a:solidFill>
            <a:srgbClr val="C5E0B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Quotation is sent to broker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 rot="-5400000">
            <a:off x="6301802" y="4610275"/>
            <a:ext cx="540328" cy="3624232"/>
          </a:xfrm>
          <a:prstGeom prst="flowChartTerminator">
            <a:avLst/>
          </a:prstGeom>
          <a:solidFill>
            <a:srgbClr val="D8D8D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 with solid fill" id="186" name="Google Shape;18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0176" y="6339715"/>
            <a:ext cx="442572" cy="33855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 txBox="1"/>
          <p:nvPr/>
        </p:nvSpPr>
        <p:spPr>
          <a:xfrm>
            <a:off x="5216910" y="6320591"/>
            <a:ext cx="58621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Systems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net with solid fill" id="188" name="Google Shape;18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0998" y="1977009"/>
            <a:ext cx="328815" cy="328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with solid fill" id="189" name="Google Shape;18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8510" y="6385463"/>
            <a:ext cx="358030" cy="343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6482995" y="6375408"/>
            <a:ext cx="58621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Broker Portal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thematics with solid fill" id="191" name="Google Shape;19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7201" y="6385463"/>
            <a:ext cx="292808" cy="29280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 txBox="1"/>
          <p:nvPr/>
        </p:nvSpPr>
        <p:spPr>
          <a:xfrm>
            <a:off x="7776134" y="6350841"/>
            <a:ext cx="58621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Rating Engine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3753903" y="1102843"/>
            <a:ext cx="58621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Intake Channels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8"/>
          <p:cNvCxnSpPr>
            <a:endCxn id="173" idx="1"/>
          </p:cNvCxnSpPr>
          <p:nvPr/>
        </p:nvCxnSpPr>
        <p:spPr>
          <a:xfrm>
            <a:off x="4417382" y="1730638"/>
            <a:ext cx="378600" cy="21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5" name="Google Shape;195;p8"/>
          <p:cNvCxnSpPr>
            <a:stCxn id="173" idx="3"/>
            <a:endCxn id="174" idx="1"/>
          </p:cNvCxnSpPr>
          <p:nvPr/>
        </p:nvCxnSpPr>
        <p:spPr>
          <a:xfrm>
            <a:off x="6280848" y="1732738"/>
            <a:ext cx="5304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" name="Google Shape;196;p8"/>
          <p:cNvCxnSpPr>
            <a:stCxn id="167" idx="3"/>
          </p:cNvCxnSpPr>
          <p:nvPr/>
        </p:nvCxnSpPr>
        <p:spPr>
          <a:xfrm>
            <a:off x="3221659" y="2385942"/>
            <a:ext cx="4392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" name="Google Shape;197;p8"/>
          <p:cNvCxnSpPr>
            <a:stCxn id="166" idx="2"/>
            <a:endCxn id="167" idx="0"/>
          </p:cNvCxnSpPr>
          <p:nvPr/>
        </p:nvCxnSpPr>
        <p:spPr>
          <a:xfrm>
            <a:off x="2301943" y="1643049"/>
            <a:ext cx="0" cy="4155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8" name="Google Shape;198;p8"/>
          <p:cNvCxnSpPr>
            <a:stCxn id="174" idx="2"/>
            <a:endCxn id="176" idx="0"/>
          </p:cNvCxnSpPr>
          <p:nvPr/>
        </p:nvCxnSpPr>
        <p:spPr>
          <a:xfrm flipH="1">
            <a:off x="7532328" y="1992444"/>
            <a:ext cx="1200" cy="7071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9" name="Google Shape;199;p8"/>
          <p:cNvCxnSpPr>
            <a:endCxn id="175" idx="0"/>
          </p:cNvCxnSpPr>
          <p:nvPr/>
        </p:nvCxnSpPr>
        <p:spPr>
          <a:xfrm>
            <a:off x="7532395" y="3218932"/>
            <a:ext cx="0" cy="345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0" name="Google Shape;200;p8"/>
          <p:cNvCxnSpPr>
            <a:stCxn id="175" idx="2"/>
            <a:endCxn id="170" idx="0"/>
          </p:cNvCxnSpPr>
          <p:nvPr/>
        </p:nvCxnSpPr>
        <p:spPr>
          <a:xfrm>
            <a:off x="7532395" y="4448354"/>
            <a:ext cx="0" cy="3753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1" name="Google Shape;201;p8"/>
          <p:cNvCxnSpPr>
            <a:stCxn id="163" idx="2"/>
            <a:endCxn id="185" idx="3"/>
          </p:cNvCxnSpPr>
          <p:nvPr/>
        </p:nvCxnSpPr>
        <p:spPr>
          <a:xfrm>
            <a:off x="6571966" y="5851752"/>
            <a:ext cx="0" cy="300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02" name="Google Shape;202;p8"/>
          <p:cNvSpPr txBox="1"/>
          <p:nvPr/>
        </p:nvSpPr>
        <p:spPr>
          <a:xfrm>
            <a:off x="6036758" y="6155387"/>
            <a:ext cx="111698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8"/>
          <p:cNvCxnSpPr>
            <a:stCxn id="177" idx="1"/>
            <a:endCxn id="168" idx="3"/>
          </p:cNvCxnSpPr>
          <p:nvPr/>
        </p:nvCxnSpPr>
        <p:spPr>
          <a:xfrm flipH="1">
            <a:off x="3221785" y="3999946"/>
            <a:ext cx="1706700" cy="249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4" name="Google Shape;204;p8"/>
          <p:cNvCxnSpPr>
            <a:stCxn id="175" idx="1"/>
            <a:endCxn id="177" idx="3"/>
          </p:cNvCxnSpPr>
          <p:nvPr/>
        </p:nvCxnSpPr>
        <p:spPr>
          <a:xfrm rot="10800000">
            <a:off x="6373063" y="3999843"/>
            <a:ext cx="437100" cy="63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5" name="Google Shape;205;p8"/>
          <p:cNvCxnSpPr>
            <a:stCxn id="168" idx="2"/>
            <a:endCxn id="169" idx="0"/>
          </p:cNvCxnSpPr>
          <p:nvPr/>
        </p:nvCxnSpPr>
        <p:spPr>
          <a:xfrm>
            <a:off x="2301943" y="4440787"/>
            <a:ext cx="0" cy="2874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6" name="Google Shape;206;p8"/>
          <p:cNvCxnSpPr>
            <a:stCxn id="169" idx="2"/>
            <a:endCxn id="184" idx="0"/>
          </p:cNvCxnSpPr>
          <p:nvPr/>
        </p:nvCxnSpPr>
        <p:spPr>
          <a:xfrm>
            <a:off x="2301943" y="5383219"/>
            <a:ext cx="0" cy="3186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7" name="Google Shape;207;p8"/>
          <p:cNvSpPr/>
          <p:nvPr/>
        </p:nvSpPr>
        <p:spPr>
          <a:xfrm>
            <a:off x="8976860" y="988095"/>
            <a:ext cx="2576427" cy="118864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691" y="0"/>
                </a:moveTo>
                <a:close/>
                <a:lnTo>
                  <a:pt x="-10691" y="120000"/>
                </a:lnTo>
              </a:path>
              <a:path extrusionOk="0" fill="none" h="120000" w="120000">
                <a:moveTo>
                  <a:pt x="-10691" y="60062"/>
                </a:moveTo>
                <a:lnTo>
                  <a:pt x="-26218" y="63809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Logic to determine priority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of business; Type, Limits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 of risk - nature of business, year built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appetite; Priority client/broker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Annual revenues, premium, claims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 transcripts &amp; email data etc.</a:t>
            </a:r>
            <a:endParaRPr/>
          </a:p>
        </p:txBody>
      </p:sp>
      <p:pic>
        <p:nvPicPr>
          <p:cNvPr descr="Person eating with solid fill" id="208" name="Google Shape;208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7202" y="3783811"/>
            <a:ext cx="587403" cy="4823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8"/>
          <p:cNvCxnSpPr>
            <a:stCxn id="208" idx="3"/>
            <a:endCxn id="168" idx="1"/>
          </p:cNvCxnSpPr>
          <p:nvPr/>
        </p:nvCxnSpPr>
        <p:spPr>
          <a:xfrm flipH="1" rot="10800000">
            <a:off x="1094605" y="4024682"/>
            <a:ext cx="287700" cy="3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10" name="Google Shape;210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1714" y="1054158"/>
            <a:ext cx="512075" cy="522827"/>
          </a:xfrm>
          <a:prstGeom prst="rect">
            <a:avLst/>
          </a:prstGeom>
          <a:solidFill>
            <a:srgbClr val="FFD583"/>
          </a:solidFill>
          <a:ln cap="flat" cmpd="sng" w="9525">
            <a:solidFill>
              <a:srgbClr val="FFD58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11" name="Google Shape;211;p8"/>
          <p:cNvCxnSpPr>
            <a:stCxn id="210" idx="3"/>
            <a:endCxn id="166" idx="1"/>
          </p:cNvCxnSpPr>
          <p:nvPr/>
        </p:nvCxnSpPr>
        <p:spPr>
          <a:xfrm>
            <a:off x="983789" y="1315572"/>
            <a:ext cx="3984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2" name="Google Shape;212;p8"/>
          <p:cNvSpPr txBox="1"/>
          <p:nvPr/>
        </p:nvSpPr>
        <p:spPr>
          <a:xfrm flipH="1">
            <a:off x="7532395" y="4395064"/>
            <a:ext cx="46319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 flipH="1">
            <a:off x="6428752" y="3761480"/>
            <a:ext cx="46319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 txBox="1"/>
          <p:nvPr>
            <p:ph type="title"/>
          </p:nvPr>
        </p:nvSpPr>
        <p:spPr>
          <a:xfrm>
            <a:off x="731519" y="130160"/>
            <a:ext cx="11089815" cy="602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IN"/>
              <a:t>UW Submission Intake Use Case – Process Flow</a:t>
            </a:r>
            <a:endParaRPr/>
          </a:p>
        </p:txBody>
      </p:sp>
      <p:cxnSp>
        <p:nvCxnSpPr>
          <p:cNvPr id="215" name="Google Shape;215;p8"/>
          <p:cNvCxnSpPr>
            <a:stCxn id="164" idx="3"/>
            <a:endCxn id="185" idx="0"/>
          </p:cNvCxnSpPr>
          <p:nvPr/>
        </p:nvCxnSpPr>
        <p:spPr>
          <a:xfrm>
            <a:off x="3493050" y="4897940"/>
            <a:ext cx="1266900" cy="15246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 txBox="1"/>
          <p:nvPr/>
        </p:nvSpPr>
        <p:spPr>
          <a:xfrm>
            <a:off x="731520" y="2852843"/>
            <a:ext cx="8148954" cy="864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eorgia"/>
              <a:buNone/>
            </a:pPr>
            <a:r>
              <a:rPr b="1" i="0" lang="en-IN" sz="6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2025-02-25T05:23:18Z</dcterms:created>
  <dc:creator>Arun John</dc:creator>
</cp:coreProperties>
</file>